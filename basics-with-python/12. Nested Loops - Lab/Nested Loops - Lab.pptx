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93" r:id="rId2"/>
  </p:sldMasterIdLst>
  <p:notesMasterIdLst>
    <p:notesMasterId r:id="rId29"/>
  </p:notesMasterIdLst>
  <p:handoutMasterIdLst>
    <p:handoutMasterId r:id="rId30"/>
  </p:handoutMasterIdLst>
  <p:sldIdLst>
    <p:sldId id="593" r:id="rId3"/>
    <p:sldId id="595" r:id="rId4"/>
    <p:sldId id="523" r:id="rId5"/>
    <p:sldId id="596" r:id="rId6"/>
    <p:sldId id="598" r:id="rId7"/>
    <p:sldId id="602" r:id="rId8"/>
    <p:sldId id="604" r:id="rId9"/>
    <p:sldId id="445" r:id="rId10"/>
    <p:sldId id="583" r:id="rId11"/>
    <p:sldId id="586" r:id="rId12"/>
    <p:sldId id="585" r:id="rId13"/>
    <p:sldId id="504" r:id="rId14"/>
    <p:sldId id="587" r:id="rId15"/>
    <p:sldId id="588" r:id="rId16"/>
    <p:sldId id="589" r:id="rId17"/>
    <p:sldId id="590" r:id="rId18"/>
    <p:sldId id="591" r:id="rId19"/>
    <p:sldId id="592" r:id="rId20"/>
    <p:sldId id="511" r:id="rId21"/>
    <p:sldId id="506" r:id="rId22"/>
    <p:sldId id="507" r:id="rId23"/>
    <p:sldId id="580" r:id="rId24"/>
    <p:sldId id="324" r:id="rId25"/>
    <p:sldId id="948" r:id="rId26"/>
    <p:sldId id="505" r:id="rId27"/>
    <p:sldId id="60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говор" id="{2E3B79AF-AB09-4142-852E-9872CB63DC7B}">
          <p14:sldIdLst>
            <p14:sldId id="593"/>
            <p14:sldId id="595"/>
            <p14:sldId id="523"/>
          </p14:sldIdLst>
        </p14:section>
        <p14:section name="Секция по подразбиране" id="{5DAEC22A-0A9C-4A68-9331-ADB2E20705F0}">
          <p14:sldIdLst>
            <p14:sldId id="596"/>
            <p14:sldId id="598"/>
            <p14:sldId id="602"/>
            <p14:sldId id="604"/>
          </p14:sldIdLst>
        </p14:section>
        <p14:section name="Задачи с цикли" id="{27F72008-8927-465A-B8ED-004565FAFB1D}">
          <p14:sldIdLst>
            <p14:sldId id="445"/>
            <p14:sldId id="583"/>
            <p14:sldId id="586"/>
            <p14:sldId id="585"/>
            <p14:sldId id="504"/>
            <p14:sldId id="587"/>
            <p14:sldId id="588"/>
            <p14:sldId id="589"/>
            <p14:sldId id="590"/>
            <p14:sldId id="591"/>
            <p14:sldId id="592"/>
            <p14:sldId id="511"/>
            <p14:sldId id="506"/>
            <p14:sldId id="507"/>
            <p14:sldId id="580"/>
            <p14:sldId id="324"/>
            <p14:sldId id="948"/>
            <p14:sldId id="505"/>
            <p14:sldId id="6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5238" autoAdjust="0"/>
  </p:normalViewPr>
  <p:slideViewPr>
    <p:cSldViewPr showGuides="1">
      <p:cViewPr varScale="1">
        <p:scale>
          <a:sx n="61" d="100"/>
          <a:sy n="61" d="100"/>
        </p:scale>
        <p:origin x="120" y="43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c631f8f2bba7ab5a" providerId="LiveId" clId="{D6D56308-01DE-4675-9A8E-4FE2C9FAA18C}"/>
    <pc:docChg chg="undo custSel addSld delSld modSld modSection">
      <pc:chgData name="" userId="c631f8f2bba7ab5a" providerId="LiveId" clId="{D6D56308-01DE-4675-9A8E-4FE2C9FAA18C}" dt="2020-04-14T09:57:25.523" v="174"/>
      <pc:docMkLst>
        <pc:docMk/>
      </pc:docMkLst>
      <pc:sldChg chg="modSp modAnim">
        <pc:chgData name="" userId="c631f8f2bba7ab5a" providerId="LiveId" clId="{D6D56308-01DE-4675-9A8E-4FE2C9FAA18C}" dt="2020-04-13T09:20:45.764" v="170"/>
        <pc:sldMkLst>
          <pc:docMk/>
          <pc:sldMk cId="3099492443" sldId="504"/>
        </pc:sldMkLst>
        <pc:spChg chg="mod">
          <ac:chgData name="" userId="c631f8f2bba7ab5a" providerId="LiveId" clId="{D6D56308-01DE-4675-9A8E-4FE2C9FAA18C}" dt="2020-04-09T09:34:42.212" v="105" actId="5793"/>
          <ac:spMkLst>
            <pc:docMk/>
            <pc:sldMk cId="3099492443" sldId="504"/>
            <ac:spMk id="3" creationId="{00000000-0000-0000-0000-000000000000}"/>
          </ac:spMkLst>
        </pc:spChg>
        <pc:spChg chg="mod">
          <ac:chgData name="" userId="c631f8f2bba7ab5a" providerId="LiveId" clId="{D6D56308-01DE-4675-9A8E-4FE2C9FAA18C}" dt="2020-04-09T09:33:50.281" v="87" actId="1076"/>
          <ac:spMkLst>
            <pc:docMk/>
            <pc:sldMk cId="3099492443" sldId="504"/>
            <ac:spMk id="4" creationId="{00000000-0000-0000-0000-000000000000}"/>
          </ac:spMkLst>
        </pc:spChg>
        <pc:spChg chg="mod">
          <ac:chgData name="" userId="c631f8f2bba7ab5a" providerId="LiveId" clId="{D6D56308-01DE-4675-9A8E-4FE2C9FAA18C}" dt="2020-04-09T09:35:05.886" v="110" actId="1076"/>
          <ac:spMkLst>
            <pc:docMk/>
            <pc:sldMk cId="3099492443" sldId="504"/>
            <ac:spMk id="9" creationId="{B3703295-4D20-44F3-A954-3C18A005127C}"/>
          </ac:spMkLst>
        </pc:spChg>
        <pc:spChg chg="mod">
          <ac:chgData name="" userId="c631f8f2bba7ab5a" providerId="LiveId" clId="{D6D56308-01DE-4675-9A8E-4FE2C9FAA18C}" dt="2020-04-09T09:34:47.414" v="106" actId="1076"/>
          <ac:spMkLst>
            <pc:docMk/>
            <pc:sldMk cId="3099492443" sldId="504"/>
            <ac:spMk id="10" creationId="{00000000-0000-0000-0000-000000000000}"/>
          </ac:spMkLst>
        </pc:spChg>
        <pc:spChg chg="mod">
          <ac:chgData name="" userId="c631f8f2bba7ab5a" providerId="LiveId" clId="{D6D56308-01DE-4675-9A8E-4FE2C9FAA18C}" dt="2020-04-09T09:34:56.023" v="109" actId="1076"/>
          <ac:spMkLst>
            <pc:docMk/>
            <pc:sldMk cId="3099492443" sldId="504"/>
            <ac:spMk id="11" creationId="{54A19267-E3CB-4A8E-9FC9-4B9A91BCE59A}"/>
          </ac:spMkLst>
        </pc:spChg>
        <pc:spChg chg="mod">
          <ac:chgData name="" userId="c631f8f2bba7ab5a" providerId="LiveId" clId="{D6D56308-01DE-4675-9A8E-4FE2C9FAA18C}" dt="2020-04-09T09:34:54.212" v="108" actId="1076"/>
          <ac:spMkLst>
            <pc:docMk/>
            <pc:sldMk cId="3099492443" sldId="504"/>
            <ac:spMk id="12" creationId="{9BC33AEF-F226-422C-8321-0B3D7BC04588}"/>
          </ac:spMkLst>
        </pc:spChg>
        <pc:spChg chg="mod">
          <ac:chgData name="" userId="c631f8f2bba7ab5a" providerId="LiveId" clId="{D6D56308-01DE-4675-9A8E-4FE2C9FAA18C}" dt="2020-04-09T09:33:50.281" v="87" actId="1076"/>
          <ac:spMkLst>
            <pc:docMk/>
            <pc:sldMk cId="3099492443" sldId="504"/>
            <ac:spMk id="13" creationId="{FF7445A4-287E-4316-80F7-045CF1EC6B1A}"/>
          </ac:spMkLst>
        </pc:spChg>
        <pc:picChg chg="mod">
          <ac:chgData name="" userId="c631f8f2bba7ab5a" providerId="LiveId" clId="{D6D56308-01DE-4675-9A8E-4FE2C9FAA18C}" dt="2020-04-09T09:34:22.938" v="93" actId="1076"/>
          <ac:picMkLst>
            <pc:docMk/>
            <pc:sldMk cId="3099492443" sldId="504"/>
            <ac:picMk id="16" creationId="{996868F5-E5DA-48C7-AAB9-4C3CB064E872}"/>
          </ac:picMkLst>
        </pc:picChg>
        <pc:picChg chg="mod">
          <ac:chgData name="" userId="c631f8f2bba7ab5a" providerId="LiveId" clId="{D6D56308-01DE-4675-9A8E-4FE2C9FAA18C}" dt="2020-04-09T09:33:57.545" v="88" actId="1076"/>
          <ac:picMkLst>
            <pc:docMk/>
            <pc:sldMk cId="3099492443" sldId="504"/>
            <ac:picMk id="17" creationId="{4392E31D-8CAB-4787-A9C8-06F8BAC7D1DD}"/>
          </ac:picMkLst>
        </pc:picChg>
      </pc:sldChg>
      <pc:sldChg chg="modAnim">
        <pc:chgData name="" userId="c631f8f2bba7ab5a" providerId="LiveId" clId="{D6D56308-01DE-4675-9A8E-4FE2C9FAA18C}" dt="2020-04-09T09:41:13.820" v="157"/>
        <pc:sldMkLst>
          <pc:docMk/>
          <pc:sldMk cId="489619539" sldId="506"/>
        </pc:sldMkLst>
      </pc:sldChg>
      <pc:sldChg chg="modAnim">
        <pc:chgData name="" userId="c631f8f2bba7ab5a" providerId="LiveId" clId="{D6D56308-01DE-4675-9A8E-4FE2C9FAA18C}" dt="2020-04-09T09:41:27.749" v="158"/>
        <pc:sldMkLst>
          <pc:docMk/>
          <pc:sldMk cId="1541603124" sldId="507"/>
        </pc:sldMkLst>
      </pc:sldChg>
      <pc:sldChg chg="modSp modAnim">
        <pc:chgData name="" userId="c631f8f2bba7ab5a" providerId="LiveId" clId="{D6D56308-01DE-4675-9A8E-4FE2C9FAA18C}" dt="2020-04-13T09:21:35.945" v="173" actId="207"/>
        <pc:sldMkLst>
          <pc:docMk/>
          <pc:sldMk cId="2028275547" sldId="511"/>
        </pc:sldMkLst>
        <pc:spChg chg="mod">
          <ac:chgData name="" userId="c631f8f2bba7ab5a" providerId="LiveId" clId="{D6D56308-01DE-4675-9A8E-4FE2C9FAA18C}" dt="2020-04-13T09:21:35.945" v="173" actId="207"/>
          <ac:spMkLst>
            <pc:docMk/>
            <pc:sldMk cId="2028275547" sldId="511"/>
            <ac:spMk id="9" creationId="{00000000-0000-0000-0000-000000000000}"/>
          </ac:spMkLst>
        </pc:spChg>
      </pc:sldChg>
      <pc:sldChg chg="addSp delSp">
        <pc:chgData name="" userId="c631f8f2bba7ab5a" providerId="LiveId" clId="{D6D56308-01DE-4675-9A8E-4FE2C9FAA18C}" dt="2020-04-09T09:28:28.760" v="7"/>
        <pc:sldMkLst>
          <pc:docMk/>
          <pc:sldMk cId="1522608768" sldId="523"/>
        </pc:sldMkLst>
        <pc:picChg chg="add del">
          <ac:chgData name="" userId="c631f8f2bba7ab5a" providerId="LiveId" clId="{D6D56308-01DE-4675-9A8E-4FE2C9FAA18C}" dt="2020-04-09T09:28:26.540" v="5"/>
          <ac:picMkLst>
            <pc:docMk/>
            <pc:sldMk cId="1522608768" sldId="523"/>
            <ac:picMk id="4" creationId="{8672C2B2-F3A5-4DA1-B58B-62A903AEDB21}"/>
          </ac:picMkLst>
        </pc:picChg>
        <pc:picChg chg="add">
          <ac:chgData name="" userId="c631f8f2bba7ab5a" providerId="LiveId" clId="{D6D56308-01DE-4675-9A8E-4FE2C9FAA18C}" dt="2020-04-09T09:28:28.760" v="7"/>
          <ac:picMkLst>
            <pc:docMk/>
            <pc:sldMk cId="1522608768" sldId="523"/>
            <ac:picMk id="5" creationId="{8EC522B8-BBE1-4A94-B084-B549F5632EDD}"/>
          </ac:picMkLst>
        </pc:picChg>
        <pc:picChg chg="del">
          <ac:chgData name="" userId="c631f8f2bba7ab5a" providerId="LiveId" clId="{D6D56308-01DE-4675-9A8E-4FE2C9FAA18C}" dt="2020-04-09T09:28:27.595" v="6" actId="478"/>
          <ac:picMkLst>
            <pc:docMk/>
            <pc:sldMk cId="1522608768" sldId="523"/>
            <ac:picMk id="1026" creationId="{933A1FEE-0D74-4291-9197-45C891F6CF1E}"/>
          </ac:picMkLst>
        </pc:picChg>
      </pc:sldChg>
      <pc:sldChg chg="add">
        <pc:chgData name="" userId="c631f8f2bba7ab5a" providerId="LiveId" clId="{D6D56308-01DE-4675-9A8E-4FE2C9FAA18C}" dt="2020-04-14T09:57:25.523" v="174"/>
        <pc:sldMkLst>
          <pc:docMk/>
          <pc:sldMk cId="2690989533" sldId="580"/>
        </pc:sldMkLst>
      </pc:sldChg>
      <pc:sldChg chg="modAnim">
        <pc:chgData name="" userId="c631f8f2bba7ab5a" providerId="LiveId" clId="{D6D56308-01DE-4675-9A8E-4FE2C9FAA18C}" dt="2020-04-09T09:32:46.806" v="73"/>
        <pc:sldMkLst>
          <pc:docMk/>
          <pc:sldMk cId="892341883" sldId="583"/>
        </pc:sldMkLst>
      </pc:sldChg>
      <pc:sldChg chg="modSp">
        <pc:chgData name="" userId="c631f8f2bba7ab5a" providerId="LiveId" clId="{D6D56308-01DE-4675-9A8E-4FE2C9FAA18C}" dt="2020-04-09T09:33:24.608" v="82" actId="14100"/>
        <pc:sldMkLst>
          <pc:docMk/>
          <pc:sldMk cId="2538328444" sldId="585"/>
        </pc:sldMkLst>
        <pc:spChg chg="mod">
          <ac:chgData name="" userId="c631f8f2bba7ab5a" providerId="LiveId" clId="{D6D56308-01DE-4675-9A8E-4FE2C9FAA18C}" dt="2020-04-09T09:33:18.924" v="81" actId="1076"/>
          <ac:spMkLst>
            <pc:docMk/>
            <pc:sldMk cId="2538328444" sldId="585"/>
            <ac:spMk id="7" creationId="{1C744686-354B-4B30-B44C-7790A869E65D}"/>
          </ac:spMkLst>
        </pc:spChg>
        <pc:picChg chg="mod">
          <ac:chgData name="" userId="c631f8f2bba7ab5a" providerId="LiveId" clId="{D6D56308-01DE-4675-9A8E-4FE2C9FAA18C}" dt="2020-04-09T09:33:24.608" v="82" actId="14100"/>
          <ac:picMkLst>
            <pc:docMk/>
            <pc:sldMk cId="2538328444" sldId="585"/>
            <ac:picMk id="9" creationId="{D67EDB40-5182-4BED-A980-1BD3C547AE71}"/>
          </ac:picMkLst>
        </pc:picChg>
      </pc:sldChg>
      <pc:sldChg chg="modSp">
        <pc:chgData name="" userId="c631f8f2bba7ab5a" providerId="LiveId" clId="{D6D56308-01DE-4675-9A8E-4FE2C9FAA18C}" dt="2020-04-09T09:36:49.243" v="126" actId="1076"/>
        <pc:sldMkLst>
          <pc:docMk/>
          <pc:sldMk cId="692174358" sldId="587"/>
        </pc:sldMkLst>
        <pc:picChg chg="mod">
          <ac:chgData name="" userId="c631f8f2bba7ab5a" providerId="LiveId" clId="{D6D56308-01DE-4675-9A8E-4FE2C9FAA18C}" dt="2020-04-09T09:36:42.015" v="125" actId="1076"/>
          <ac:picMkLst>
            <pc:docMk/>
            <pc:sldMk cId="692174358" sldId="587"/>
            <ac:picMk id="6" creationId="{DD4C9B36-BC30-45C1-B6FB-8FE9FFAE780D}"/>
          </ac:picMkLst>
        </pc:picChg>
        <pc:picChg chg="mod">
          <ac:chgData name="" userId="c631f8f2bba7ab5a" providerId="LiveId" clId="{D6D56308-01DE-4675-9A8E-4FE2C9FAA18C}" dt="2020-04-09T09:36:49.243" v="126" actId="1076"/>
          <ac:picMkLst>
            <pc:docMk/>
            <pc:sldMk cId="692174358" sldId="587"/>
            <ac:picMk id="1030" creationId="{EB61D225-B229-41B9-A212-11C2BFE90DF2}"/>
          </ac:picMkLst>
        </pc:picChg>
      </pc:sldChg>
      <pc:sldChg chg="modSp">
        <pc:chgData name="" userId="c631f8f2bba7ab5a" providerId="LiveId" clId="{D6D56308-01DE-4675-9A8E-4FE2C9FAA18C}" dt="2020-04-09T09:37:14.220" v="133" actId="1076"/>
        <pc:sldMkLst>
          <pc:docMk/>
          <pc:sldMk cId="2739476600" sldId="588"/>
        </pc:sldMkLst>
        <pc:spChg chg="mod">
          <ac:chgData name="" userId="c631f8f2bba7ab5a" providerId="LiveId" clId="{D6D56308-01DE-4675-9A8E-4FE2C9FAA18C}" dt="2020-04-09T09:37:14.220" v="133" actId="1076"/>
          <ac:spMkLst>
            <pc:docMk/>
            <pc:sldMk cId="2739476600" sldId="588"/>
            <ac:spMk id="7" creationId="{CF210768-BF89-40E5-8117-50B61D8E1C8D}"/>
          </ac:spMkLst>
        </pc:spChg>
      </pc:sldChg>
      <pc:sldChg chg="modAnim">
        <pc:chgData name="" userId="c631f8f2bba7ab5a" providerId="LiveId" clId="{D6D56308-01DE-4675-9A8E-4FE2C9FAA18C}" dt="2020-04-09T09:37:57.538" v="134"/>
        <pc:sldMkLst>
          <pc:docMk/>
          <pc:sldMk cId="3983104381" sldId="589"/>
        </pc:sldMkLst>
      </pc:sldChg>
      <pc:sldChg chg="modSp modAnim">
        <pc:chgData name="" userId="c631f8f2bba7ab5a" providerId="LiveId" clId="{D6D56308-01DE-4675-9A8E-4FE2C9FAA18C}" dt="2020-04-13T09:21:10.196" v="171"/>
        <pc:sldMkLst>
          <pc:docMk/>
          <pc:sldMk cId="252503497" sldId="590"/>
        </pc:sldMkLst>
        <pc:spChg chg="mod">
          <ac:chgData name="" userId="c631f8f2bba7ab5a" providerId="LiveId" clId="{D6D56308-01DE-4675-9A8E-4FE2C9FAA18C}" dt="2020-04-09T09:38:51.839" v="140" actId="255"/>
          <ac:spMkLst>
            <pc:docMk/>
            <pc:sldMk cId="252503497" sldId="590"/>
            <ac:spMk id="9" creationId="{00000000-0000-0000-0000-000000000000}"/>
          </ac:spMkLst>
        </pc:spChg>
      </pc:sldChg>
      <pc:sldChg chg="modSp">
        <pc:chgData name="" userId="c631f8f2bba7ab5a" providerId="LiveId" clId="{D6D56308-01DE-4675-9A8E-4FE2C9FAA18C}" dt="2020-04-09T09:39:58.762" v="150" actId="403"/>
        <pc:sldMkLst>
          <pc:docMk/>
          <pc:sldMk cId="3266662585" sldId="591"/>
        </pc:sldMkLst>
        <pc:spChg chg="mod">
          <ac:chgData name="" userId="c631f8f2bba7ab5a" providerId="LiveId" clId="{D6D56308-01DE-4675-9A8E-4FE2C9FAA18C}" dt="2020-04-09T09:39:58.762" v="150" actId="403"/>
          <ac:spMkLst>
            <pc:docMk/>
            <pc:sldMk cId="3266662585" sldId="591"/>
            <ac:spMk id="9" creationId="{00000000-0000-0000-0000-000000000000}"/>
          </ac:spMkLst>
        </pc:spChg>
        <pc:spChg chg="mod">
          <ac:chgData name="" userId="c631f8f2bba7ab5a" providerId="LiveId" clId="{D6D56308-01DE-4675-9A8E-4FE2C9FAA18C}" dt="2020-04-09T09:39:41.802" v="147" actId="403"/>
          <ac:spMkLst>
            <pc:docMk/>
            <pc:sldMk cId="3266662585" sldId="591"/>
            <ac:spMk id="12" creationId="{00000000-0000-0000-0000-000000000000}"/>
          </ac:spMkLst>
        </pc:spChg>
        <pc:spChg chg="mod">
          <ac:chgData name="" userId="c631f8f2bba7ab5a" providerId="LiveId" clId="{D6D56308-01DE-4675-9A8E-4FE2C9FAA18C}" dt="2020-04-09T09:39:30.630" v="145" actId="14100"/>
          <ac:spMkLst>
            <pc:docMk/>
            <pc:sldMk cId="3266662585" sldId="591"/>
            <ac:spMk id="14" creationId="{00000000-0000-0000-0000-000000000000}"/>
          </ac:spMkLst>
        </pc:spChg>
        <pc:spChg chg="mod">
          <ac:chgData name="" userId="c631f8f2bba7ab5a" providerId="LiveId" clId="{D6D56308-01DE-4675-9A8E-4FE2C9FAA18C}" dt="2020-04-09T09:39:51.842" v="149" actId="403"/>
          <ac:spMkLst>
            <pc:docMk/>
            <pc:sldMk cId="3266662585" sldId="591"/>
            <ac:spMk id="17" creationId="{00000000-0000-0000-0000-000000000000}"/>
          </ac:spMkLst>
        </pc:spChg>
        <pc:spChg chg="mod">
          <ac:chgData name="" userId="c631f8f2bba7ab5a" providerId="LiveId" clId="{D6D56308-01DE-4675-9A8E-4FE2C9FAA18C}" dt="2020-04-09T09:39:15.686" v="142" actId="403"/>
          <ac:spMkLst>
            <pc:docMk/>
            <pc:sldMk cId="3266662585" sldId="591"/>
            <ac:spMk id="19" creationId="{00000000-0000-0000-0000-000000000000}"/>
          </ac:spMkLst>
        </pc:spChg>
      </pc:sldChg>
      <pc:sldChg chg="addSp delSp modSp delAnim modAnim">
        <pc:chgData name="" userId="c631f8f2bba7ab5a" providerId="LiveId" clId="{D6D56308-01DE-4675-9A8E-4FE2C9FAA18C}" dt="2020-04-13T09:21:17.307" v="172"/>
        <pc:sldMkLst>
          <pc:docMk/>
          <pc:sldMk cId="4167657997" sldId="592"/>
        </pc:sldMkLst>
        <pc:spChg chg="add del mod">
          <ac:chgData name="" userId="c631f8f2bba7ab5a" providerId="LiveId" clId="{D6D56308-01DE-4675-9A8E-4FE2C9FAA18C}" dt="2020-04-09T09:40:07.962" v="152" actId="478"/>
          <ac:spMkLst>
            <pc:docMk/>
            <pc:sldMk cId="4167657997" sldId="592"/>
            <ac:spMk id="11" creationId="{A99AADC6-6896-4386-9A8E-F7E273E13BD8}"/>
          </ac:spMkLst>
        </pc:spChg>
      </pc:sldChg>
      <pc:sldChg chg="modSp">
        <pc:chgData name="" userId="c631f8f2bba7ab5a" providerId="LiveId" clId="{D6D56308-01DE-4675-9A8E-4FE2C9FAA18C}" dt="2020-04-09T09:27:48.512" v="1" actId="1076"/>
        <pc:sldMkLst>
          <pc:docMk/>
          <pc:sldMk cId="1863550535" sldId="593"/>
        </pc:sldMkLst>
        <pc:grpChg chg="mod">
          <ac:chgData name="" userId="c631f8f2bba7ab5a" providerId="LiveId" clId="{D6D56308-01DE-4675-9A8E-4FE2C9FAA18C}" dt="2020-04-09T09:27:48.512" v="1" actId="1076"/>
          <ac:grpSpMkLst>
            <pc:docMk/>
            <pc:sldMk cId="1863550535" sldId="593"/>
            <ac:grpSpMk id="2" creationId="{7304095C-79E7-4CBC-9917-91F2847430BB}"/>
          </ac:grpSpMkLst>
        </pc:grpChg>
      </pc:sldChg>
      <pc:sldChg chg="delSp modSp modAnim">
        <pc:chgData name="" userId="c631f8f2bba7ab5a" providerId="LiveId" clId="{D6D56308-01DE-4675-9A8E-4FE2C9FAA18C}" dt="2020-04-13T09:20:01.301" v="165" actId="14100"/>
        <pc:sldMkLst>
          <pc:docMk/>
          <pc:sldMk cId="404696330" sldId="595"/>
        </pc:sldMkLst>
        <pc:spChg chg="mod">
          <ac:chgData name="" userId="c631f8f2bba7ab5a" providerId="LiveId" clId="{D6D56308-01DE-4675-9A8E-4FE2C9FAA18C}" dt="2020-04-13T09:20:01.301" v="165" actId="14100"/>
          <ac:spMkLst>
            <pc:docMk/>
            <pc:sldMk cId="404696330" sldId="595"/>
            <ac:spMk id="444419" creationId="{00000000-0000-0000-0000-000000000000}"/>
          </ac:spMkLst>
        </pc:spChg>
        <pc:picChg chg="del">
          <ac:chgData name="" userId="c631f8f2bba7ab5a" providerId="LiveId" clId="{D6D56308-01DE-4675-9A8E-4FE2C9FAA18C}" dt="2020-04-13T09:19:32.843" v="162" actId="478"/>
          <ac:picMkLst>
            <pc:docMk/>
            <pc:sldMk cId="404696330" sldId="595"/>
            <ac:picMk id="4" creationId="{00000000-0000-0000-0000-000000000000}"/>
          </ac:picMkLst>
        </pc:picChg>
      </pc:sldChg>
      <pc:sldChg chg="modSp modAnim">
        <pc:chgData name="" userId="c631f8f2bba7ab5a" providerId="LiveId" clId="{D6D56308-01DE-4675-9A8E-4FE2C9FAA18C}" dt="2020-04-09T09:29:14.055" v="17"/>
        <pc:sldMkLst>
          <pc:docMk/>
          <pc:sldMk cId="2944181559" sldId="596"/>
        </pc:sldMkLst>
        <pc:spChg chg="mod">
          <ac:chgData name="" userId="c631f8f2bba7ab5a" providerId="LiveId" clId="{D6D56308-01DE-4675-9A8E-4FE2C9FAA18C}" dt="2020-04-09T09:28:42.694" v="9" actId="5793"/>
          <ac:spMkLst>
            <pc:docMk/>
            <pc:sldMk cId="2944181559" sldId="596"/>
            <ac:spMk id="9" creationId="{95383082-8613-4F76-B9D3-514B71488D80}"/>
          </ac:spMkLst>
        </pc:spChg>
        <pc:spChg chg="mod">
          <ac:chgData name="" userId="c631f8f2bba7ab5a" providerId="LiveId" clId="{D6D56308-01DE-4675-9A8E-4FE2C9FAA18C}" dt="2020-04-09T09:28:52.995" v="13" actId="403"/>
          <ac:spMkLst>
            <pc:docMk/>
            <pc:sldMk cId="2944181559" sldId="596"/>
            <ac:spMk id="10" creationId="{C0C63803-9C95-487B-B660-EDF01426E51D}"/>
          </ac:spMkLst>
        </pc:spChg>
        <pc:grpChg chg="mod">
          <ac:chgData name="" userId="c631f8f2bba7ab5a" providerId="LiveId" clId="{D6D56308-01DE-4675-9A8E-4FE2C9FAA18C}" dt="2020-04-09T09:29:01.942" v="15" actId="1076"/>
          <ac:grpSpMkLst>
            <pc:docMk/>
            <pc:sldMk cId="2944181559" sldId="596"/>
            <ac:grpSpMk id="6" creationId="{AE6A1D6A-A1D4-4185-94E0-BD06FBFEA04C}"/>
          </ac:grpSpMkLst>
        </pc:grpChg>
        <pc:grpChg chg="mod">
          <ac:chgData name="" userId="c631f8f2bba7ab5a" providerId="LiveId" clId="{D6D56308-01DE-4675-9A8E-4FE2C9FAA18C}" dt="2020-04-09T09:29:06.379" v="16" actId="1076"/>
          <ac:grpSpMkLst>
            <pc:docMk/>
            <pc:sldMk cId="2944181559" sldId="596"/>
            <ac:grpSpMk id="12" creationId="{5A309E37-E2B9-414A-B29A-6FBF8B960C4F}"/>
          </ac:grpSpMkLst>
        </pc:grpChg>
        <pc:grpChg chg="mod">
          <ac:chgData name="" userId="c631f8f2bba7ab5a" providerId="LiveId" clId="{D6D56308-01DE-4675-9A8E-4FE2C9FAA18C}" dt="2020-04-09T09:28:58.986" v="14" actId="1076"/>
          <ac:grpSpMkLst>
            <pc:docMk/>
            <pc:sldMk cId="2944181559" sldId="596"/>
            <ac:grpSpMk id="15" creationId="{56C13EED-B490-48BB-B5E6-BD0EA6ACE9C4}"/>
          </ac:grpSpMkLst>
        </pc:grpChg>
      </pc:sldChg>
      <pc:sldChg chg="modSp modAnim">
        <pc:chgData name="" userId="c631f8f2bba7ab5a" providerId="LiveId" clId="{D6D56308-01DE-4675-9A8E-4FE2C9FAA18C}" dt="2020-04-09T09:30:11.314" v="32" actId="1076"/>
        <pc:sldMkLst>
          <pc:docMk/>
          <pc:sldMk cId="1743610092" sldId="598"/>
        </pc:sldMkLst>
        <pc:spChg chg="mod">
          <ac:chgData name="" userId="c631f8f2bba7ab5a" providerId="LiveId" clId="{D6D56308-01DE-4675-9A8E-4FE2C9FAA18C}" dt="2020-04-09T09:29:47.235" v="22" actId="207"/>
          <ac:spMkLst>
            <pc:docMk/>
            <pc:sldMk cId="1743610092" sldId="598"/>
            <ac:spMk id="9" creationId="{95383082-8613-4F76-B9D3-514B71488D80}"/>
          </ac:spMkLst>
        </pc:spChg>
        <pc:spChg chg="mod">
          <ac:chgData name="" userId="c631f8f2bba7ab5a" providerId="LiveId" clId="{D6D56308-01DE-4675-9A8E-4FE2C9FAA18C}" dt="2020-04-09T09:29:57.729" v="27" actId="404"/>
          <ac:spMkLst>
            <pc:docMk/>
            <pc:sldMk cId="1743610092" sldId="598"/>
            <ac:spMk id="10" creationId="{C0C63803-9C95-487B-B660-EDF01426E51D}"/>
          </ac:spMkLst>
        </pc:spChg>
        <pc:grpChg chg="mod">
          <ac:chgData name="" userId="c631f8f2bba7ab5a" providerId="LiveId" clId="{D6D56308-01DE-4675-9A8E-4FE2C9FAA18C}" dt="2020-04-09T09:30:11.314" v="32" actId="1076"/>
          <ac:grpSpMkLst>
            <pc:docMk/>
            <pc:sldMk cId="1743610092" sldId="598"/>
            <ac:grpSpMk id="3" creationId="{BF86B02D-4D4C-480C-AD46-CCEF1FA5684A}"/>
          </ac:grpSpMkLst>
        </pc:grpChg>
        <pc:grpChg chg="mod">
          <ac:chgData name="" userId="c631f8f2bba7ab5a" providerId="LiveId" clId="{D6D56308-01DE-4675-9A8E-4FE2C9FAA18C}" dt="2020-04-09T09:30:08.350" v="30" actId="1076"/>
          <ac:grpSpMkLst>
            <pc:docMk/>
            <pc:sldMk cId="1743610092" sldId="598"/>
            <ac:grpSpMk id="6" creationId="{AE6A1D6A-A1D4-4185-94E0-BD06FBFEA04C}"/>
          </ac:grpSpMkLst>
        </pc:grpChg>
        <pc:grpChg chg="mod">
          <ac:chgData name="" userId="c631f8f2bba7ab5a" providerId="LiveId" clId="{D6D56308-01DE-4675-9A8E-4FE2C9FAA18C}" dt="2020-04-09T09:30:03.380" v="28" actId="1076"/>
          <ac:grpSpMkLst>
            <pc:docMk/>
            <pc:sldMk cId="1743610092" sldId="598"/>
            <ac:grpSpMk id="12" creationId="{5A309E37-E2B9-414A-B29A-6FBF8B960C4F}"/>
          </ac:grpSpMkLst>
        </pc:grpChg>
        <pc:grpChg chg="mod">
          <ac:chgData name="" userId="c631f8f2bba7ab5a" providerId="LiveId" clId="{D6D56308-01DE-4675-9A8E-4FE2C9FAA18C}" dt="2020-04-09T09:30:06.254" v="29" actId="1076"/>
          <ac:grpSpMkLst>
            <pc:docMk/>
            <pc:sldMk cId="1743610092" sldId="598"/>
            <ac:grpSpMk id="15" creationId="{56C13EED-B490-48BB-B5E6-BD0EA6ACE9C4}"/>
          </ac:grpSpMkLst>
        </pc:grpChg>
      </pc:sldChg>
      <pc:sldChg chg="modSp modAnim">
        <pc:chgData name="" userId="c631f8f2bba7ab5a" providerId="LiveId" clId="{D6D56308-01DE-4675-9A8E-4FE2C9FAA18C}" dt="2020-04-13T09:20:27.380" v="166"/>
        <pc:sldMkLst>
          <pc:docMk/>
          <pc:sldMk cId="2565268475" sldId="600"/>
        </pc:sldMkLst>
        <pc:spChg chg="mod">
          <ac:chgData name="" userId="c631f8f2bba7ab5a" providerId="LiveId" clId="{D6D56308-01DE-4675-9A8E-4FE2C9FAA18C}" dt="2020-04-09T09:30:23.185" v="33" actId="207"/>
          <ac:spMkLst>
            <pc:docMk/>
            <pc:sldMk cId="2565268475" sldId="600"/>
            <ac:spMk id="9" creationId="{95383082-8613-4F76-B9D3-514B71488D80}"/>
          </ac:spMkLst>
        </pc:spChg>
        <pc:spChg chg="mod">
          <ac:chgData name="" userId="c631f8f2bba7ab5a" providerId="LiveId" clId="{D6D56308-01DE-4675-9A8E-4FE2C9FAA18C}" dt="2020-04-09T09:31:25.081" v="52" actId="404"/>
          <ac:spMkLst>
            <pc:docMk/>
            <pc:sldMk cId="2565268475" sldId="600"/>
            <ac:spMk id="10" creationId="{C0C63803-9C95-487B-B660-EDF01426E51D}"/>
          </ac:spMkLst>
        </pc:spChg>
        <pc:grpChg chg="mod">
          <ac:chgData name="" userId="c631f8f2bba7ab5a" providerId="LiveId" clId="{D6D56308-01DE-4675-9A8E-4FE2C9FAA18C}" dt="2020-04-09T09:30:40.334" v="40" actId="1076"/>
          <ac:grpSpMkLst>
            <pc:docMk/>
            <pc:sldMk cId="2565268475" sldId="600"/>
            <ac:grpSpMk id="17" creationId="{C40F4395-F3CD-4839-B521-D25FEADFA98B}"/>
          </ac:grpSpMkLst>
        </pc:grpChg>
        <pc:grpChg chg="mod">
          <ac:chgData name="" userId="c631f8f2bba7ab5a" providerId="LiveId" clId="{D6D56308-01DE-4675-9A8E-4FE2C9FAA18C}" dt="2020-04-09T09:30:35.053" v="38" actId="1076"/>
          <ac:grpSpMkLst>
            <pc:docMk/>
            <pc:sldMk cId="2565268475" sldId="600"/>
            <ac:grpSpMk id="18" creationId="{4B2D9BF5-3606-40BC-9C72-63575C76D63C}"/>
          </ac:grpSpMkLst>
        </pc:grpChg>
        <pc:grpChg chg="mod">
          <ac:chgData name="" userId="c631f8f2bba7ab5a" providerId="LiveId" clId="{D6D56308-01DE-4675-9A8E-4FE2C9FAA18C}" dt="2020-04-09T09:30:36.923" v="39" actId="1076"/>
          <ac:grpSpMkLst>
            <pc:docMk/>
            <pc:sldMk cId="2565268475" sldId="600"/>
            <ac:grpSpMk id="25" creationId="{6A37FCC3-68D0-4E88-A413-0F04A87AFEE4}"/>
          </ac:grpSpMkLst>
        </pc:grpChg>
      </pc:sldChg>
      <pc:sldChg chg="modSp modAnim">
        <pc:chgData name="" userId="c631f8f2bba7ab5a" providerId="LiveId" clId="{D6D56308-01DE-4675-9A8E-4FE2C9FAA18C}" dt="2020-04-09T09:31:30.159" v="53" actId="404"/>
        <pc:sldMkLst>
          <pc:docMk/>
          <pc:sldMk cId="2656802506" sldId="602"/>
        </pc:sldMkLst>
        <pc:spChg chg="mod">
          <ac:chgData name="" userId="c631f8f2bba7ab5a" providerId="LiveId" clId="{D6D56308-01DE-4675-9A8E-4FE2C9FAA18C}" dt="2020-04-09T09:30:47.130" v="41" actId="207"/>
          <ac:spMkLst>
            <pc:docMk/>
            <pc:sldMk cId="2656802506" sldId="602"/>
            <ac:spMk id="9" creationId="{95383082-8613-4F76-B9D3-514B71488D80}"/>
          </ac:spMkLst>
        </pc:spChg>
        <pc:spChg chg="mod">
          <ac:chgData name="" userId="c631f8f2bba7ab5a" providerId="LiveId" clId="{D6D56308-01DE-4675-9A8E-4FE2C9FAA18C}" dt="2020-04-09T09:31:30.159" v="53" actId="404"/>
          <ac:spMkLst>
            <pc:docMk/>
            <pc:sldMk cId="2656802506" sldId="602"/>
            <ac:spMk id="10" creationId="{C0C63803-9C95-487B-B660-EDF01426E51D}"/>
          </ac:spMkLst>
        </pc:spChg>
      </pc:sldChg>
      <pc:sldChg chg="modSp modAnim">
        <pc:chgData name="" userId="c631f8f2bba7ab5a" providerId="LiveId" clId="{D6D56308-01DE-4675-9A8E-4FE2C9FAA18C}" dt="2020-04-09T09:32:16.871" v="72"/>
        <pc:sldMkLst>
          <pc:docMk/>
          <pc:sldMk cId="1659850380" sldId="604"/>
        </pc:sldMkLst>
        <pc:spChg chg="mod">
          <ac:chgData name="" userId="c631f8f2bba7ab5a" providerId="LiveId" clId="{D6D56308-01DE-4675-9A8E-4FE2C9FAA18C}" dt="2020-04-09T09:32:06.572" v="67" actId="1076"/>
          <ac:spMkLst>
            <pc:docMk/>
            <pc:sldMk cId="1659850380" sldId="604"/>
            <ac:spMk id="10" creationId="{C0C63803-9C95-487B-B660-EDF01426E51D}"/>
          </ac:spMkLst>
        </pc:spChg>
        <pc:grpChg chg="mod">
          <ac:chgData name="" userId="c631f8f2bba7ab5a" providerId="LiveId" clId="{D6D56308-01DE-4675-9A8E-4FE2C9FAA18C}" dt="2020-04-09T09:32:13.403" v="70" actId="1076"/>
          <ac:grpSpMkLst>
            <pc:docMk/>
            <pc:sldMk cId="1659850380" sldId="604"/>
            <ac:grpSpMk id="18" creationId="{4B2D9BF5-3606-40BC-9C72-63575C76D63C}"/>
          </ac:grpSpMkLst>
        </pc:grpChg>
        <pc:grpChg chg="mod">
          <ac:chgData name="" userId="c631f8f2bba7ab5a" providerId="LiveId" clId="{D6D56308-01DE-4675-9A8E-4FE2C9FAA18C}" dt="2020-04-09T09:32:11.242" v="69" actId="1076"/>
          <ac:grpSpMkLst>
            <pc:docMk/>
            <pc:sldMk cId="1659850380" sldId="604"/>
            <ac:grpSpMk id="22" creationId="{263B933C-4BA7-483C-A696-93986F648407}"/>
          </ac:grpSpMkLst>
        </pc:grpChg>
        <pc:grpChg chg="mod">
          <ac:chgData name="" userId="c631f8f2bba7ab5a" providerId="LiveId" clId="{D6D56308-01DE-4675-9A8E-4FE2C9FAA18C}" dt="2020-04-09T09:32:15.419" v="71" actId="1076"/>
          <ac:grpSpMkLst>
            <pc:docMk/>
            <pc:sldMk cId="1659850380" sldId="604"/>
            <ac:grpSpMk id="25" creationId="{6A37FCC3-68D0-4E88-A413-0F04A87AFEE4}"/>
          </ac:grpSpMkLst>
        </pc:grpChg>
        <pc:grpChg chg="mod">
          <ac:chgData name="" userId="c631f8f2bba7ab5a" providerId="LiveId" clId="{D6D56308-01DE-4675-9A8E-4FE2C9FAA18C}" dt="2020-04-09T09:32:09.731" v="68" actId="1076"/>
          <ac:grpSpMkLst>
            <pc:docMk/>
            <pc:sldMk cId="1659850380" sldId="604"/>
            <ac:grpSpMk id="28" creationId="{6E2DBDB2-22D1-4578-AB8F-029FBF9A1CAB}"/>
          </ac:grpSpMkLst>
        </pc:grpChg>
      </pc:sldChg>
    </pc:docChg>
  </pc:docChgLst>
  <pc:docChgLst>
    <pc:chgData userId="c631f8f2bba7ab5a" providerId="LiveId" clId="{EFEB6CA0-4768-4525-9633-D29D1307B596}"/>
    <pc:docChg chg="modSld">
      <pc:chgData name="" userId="c631f8f2bba7ab5a" providerId="LiveId" clId="{EFEB6CA0-4768-4525-9633-D29D1307B596}" dt="2020-04-21T07:41:03.922" v="0"/>
      <pc:docMkLst>
        <pc:docMk/>
      </pc:docMkLst>
      <pc:sldChg chg="modAnim">
        <pc:chgData name="" userId="c631f8f2bba7ab5a" providerId="LiveId" clId="{EFEB6CA0-4768-4525-9633-D29D1307B596}" dt="2020-04-21T07:41:03.922" v="0"/>
        <pc:sldMkLst>
          <pc:docMk/>
          <pc:sldMk cId="2690989533" sldId="5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29.1.2026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7007F7D-8F8B-410B-B849-710ADD89CD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17481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B656F34-8BEB-4AE5-A11E-A2C3D6106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55735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DA0DB8F-B633-4799-9A2B-D7590F6ED1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43033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8104130-2167-4113-98D7-CA96F4A34F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47934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0F205-FB23-4B4A-AA1E-CC80DEDB9B7E}" type="slidenum">
              <a:rPr lang="en-BG" smtClean="0"/>
              <a:t>23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01445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SoftUni – </a:t>
            </a:r>
            <a:r>
              <a:rPr kumimoji="0" lang="en-US" sz="10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https://softuni.org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Copyrighted document. Unauthorized copy or reproduction is not permitted.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255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90132C-19D3-4E23-9155-A69D0F285F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74837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D89B3E4-81FC-42B1-AA04-EB73A2DC91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4503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-break.github.io/" TargetMode="External"/><Relationship Id="rId7" Type="http://schemas.openxmlformats.org/officeDocument/2006/relationships/image" Target="../media/image22.png"/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oftuni.bg/" TargetMode="External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77900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0" y="2540264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145-EA12-94EF-AA17-5F628EA0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E72E-5B45-B6EE-75AE-03B188AD9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A8EA-0240-01AB-A7C2-BD1CD885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2F75B-1C4E-1E47-AE31-5B79E79ADF4F}" type="datetimeFigureOut">
              <a:rPr lang="en-BG" smtClean="0"/>
              <a:t>01/29/2026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BF96-4249-1541-E44E-FBCECA23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54F2-814F-F79B-8CD7-FA313336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CE35-F5E1-7541-B177-7204A9BB7A19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28449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Down">
            <a:extLst>
              <a:ext uri="{FF2B5EF4-FFF2-40B4-BE49-F238E27FC236}">
                <a16:creationId xmlns:a16="http://schemas.microsoft.com/office/drawing/2014/main" id="{0C2358C5-D311-E2D0-33C7-44A1117B1E27}"/>
              </a:ext>
            </a:extLst>
          </p:cNvPr>
          <p:cNvSpPr/>
          <p:nvPr userDrawn="1"/>
        </p:nvSpPr>
        <p:spPr>
          <a:xfrm>
            <a:off x="956055" y="2995805"/>
            <a:ext cx="4670710" cy="2727608"/>
          </a:xfrm>
          <a:prstGeom prst="rect">
            <a:avLst/>
          </a:prstGeom>
          <a:solidFill>
            <a:srgbClr val="1B6C9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16" name="Company Web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64785" y="6075924"/>
            <a:ext cx="2268822" cy="351497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defTabSz="121843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798" b="0" i="0" kern="1200" dirty="0" smtClean="0">
                <a:solidFill>
                  <a:srgbClr val="00BA96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80962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25730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600" b="0" i="0" kern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704975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2152650" indent="-36195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 kern="1200">
                <a:solidFill>
                  <a:schemeClr val="bg2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dirty="0">
                <a:latin typeface="+mn-lt"/>
                <a:hlinkClick r:id="rId3"/>
              </a:rPr>
              <a:t>https://ai.softuni.bg</a:t>
            </a:r>
            <a:endParaRPr lang="en-US" sz="1798" dirty="0">
              <a:latin typeface="+mn-lt"/>
            </a:endParaRPr>
          </a:p>
        </p:txBody>
      </p:sp>
      <p:pic>
        <p:nvPicPr>
          <p:cNvPr id="11" name="SoftUni AI - Logo" descr="SoftUni AI - logo (horizontal)">
            <a:extLst>
              <a:ext uri="{FF2B5EF4-FFF2-40B4-BE49-F238E27FC236}">
                <a16:creationId xmlns:a16="http://schemas.microsoft.com/office/drawing/2014/main" id="{78E65E94-49B4-BCA6-FCAA-16E3F57BF0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956055" y="5978563"/>
            <a:ext cx="1692824" cy="546219"/>
          </a:xfrm>
          <a:prstGeom prst="roundRect">
            <a:avLst>
              <a:gd name="adj" fmla="val 8166"/>
            </a:avLst>
          </a:prstGeom>
        </p:spPr>
      </p:pic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53" y="2852937"/>
            <a:ext cx="4886789" cy="2753631"/>
          </a:xfrm>
          <a:solidFill>
            <a:schemeClr val="bg2">
              <a:lumMod val="95000"/>
            </a:schemeClr>
          </a:solidFill>
          <a:ln w="6350">
            <a:solidFill>
              <a:schemeClr val="tx1">
                <a:lumMod val="40000"/>
                <a:lumOff val="6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Picture Here</a:t>
            </a:r>
            <a:endParaRPr lang="en-US" dirty="0"/>
          </a:p>
        </p:txBody>
      </p:sp>
      <p:sp>
        <p:nvSpPr>
          <p:cNvPr id="7" name="Text Placeholder Position">
            <a:extLst>
              <a:ext uri="{FF2B5EF4-FFF2-40B4-BE49-F238E27FC236}">
                <a16:creationId xmlns:a16="http://schemas.microsoft.com/office/drawing/2014/main" id="{4CE3EED2-634D-E15A-33D0-6520802CB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3945" y="4333487"/>
            <a:ext cx="5026090" cy="513199"/>
          </a:xfrm>
          <a:noFill/>
          <a:effectLst/>
        </p:spPr>
        <p:txBody>
          <a:bodyPr vert="horz" wrap="square" lIns="36000" tIns="72000" rIns="36000" bIns="72000" rtlCol="0" anchor="t" anchorCtr="0">
            <a:spAutoFit/>
          </a:bodyPr>
          <a:lstStyle>
            <a:lvl1pPr marL="0" indent="0">
              <a:lnSpc>
                <a:spcPct val="105000"/>
              </a:lnSpc>
              <a:buNone/>
              <a:defRPr lang="en-US" sz="2400" dirty="0">
                <a:solidFill>
                  <a:srgbClr val="00BA96"/>
                </a:solidFill>
                <a:effectLst/>
                <a:latin typeface="+mn-lt"/>
                <a:ea typeface="Roboto" panose="02000000000000000000" pitchFamily="2" charset="0"/>
                <a:cs typeface="+mn-cs"/>
              </a:defRPr>
            </a:lvl1pPr>
          </a:lstStyle>
          <a:p>
            <a:pPr marL="361950" lvl="0" indent="-36195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Position, Company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543175" y="3613221"/>
            <a:ext cx="5026859" cy="699404"/>
          </a:xfrm>
          <a:prstGeom prst="rect">
            <a:avLst/>
          </a:prstGeom>
          <a:noFill/>
          <a:effectLst/>
        </p:spPr>
        <p:txBody>
          <a:bodyPr wrap="square" lIns="36000" tIns="72000" rIns="36000" bIns="72000" rtlCol="0" anchor="ctr" anchorCtr="0">
            <a:spAutoFit/>
          </a:bodyPr>
          <a:lstStyle>
            <a:lvl1pPr marL="0" indent="0"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US" sz="3600" b="1" kern="1200" dirty="0" smtClean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+mn-lt"/>
                <a:ea typeface="Roboto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953" y="1628800"/>
            <a:ext cx="10963081" cy="777531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 b="0" i="0">
                <a:solidFill>
                  <a:srgbClr val="00BA96"/>
                </a:solidFill>
                <a:latin typeface="Montserrat Medium" panose="00000600000000000000" pitchFamily="50" charset="-52"/>
                <a:ea typeface="Montserrat Medium" panose="00000600000000000000" pitchFamily="50" charset="-52"/>
                <a:cs typeface="Montserrat Medium" panose="00000600000000000000" pitchFamily="50" charset="-52"/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953" y="548680"/>
            <a:ext cx="10963081" cy="957038"/>
          </a:xfrm>
          <a:prstGeom prst="rect">
            <a:avLst/>
          </a:prstGeom>
          <a:ln>
            <a:noFill/>
          </a:ln>
        </p:spPr>
        <p:txBody>
          <a:bodyPr wrap="square" lIns="0" tIns="274320" rIns="0" bIns="274320" anchor="ctr" anchorCtr="1">
            <a:noAutofit/>
          </a:bodyPr>
          <a:lstStyle>
            <a:lvl1pPr algn="ctr">
              <a:defRPr sz="5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4639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of Rectangle 4">
            <a:extLst>
              <a:ext uri="{FF2B5EF4-FFF2-40B4-BE49-F238E27FC236}">
                <a16:creationId xmlns:a16="http://schemas.microsoft.com/office/drawing/2014/main" id="{C62B52A4-D488-244D-CB7E-BEDBE9FFA013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268760"/>
            <a:ext cx="11805427" cy="5400601"/>
          </a:xfrm>
        </p:spPr>
        <p:txBody>
          <a:bodyPr/>
          <a:lstStyle>
            <a:lvl1pPr marL="538163" indent="-538163">
              <a:spcBef>
                <a:spcPts val="1200"/>
              </a:spcBef>
              <a:buClr>
                <a:srgbClr val="00BA96"/>
              </a:buClr>
              <a:buSzPct val="100000"/>
              <a:buFont typeface="+mj-lt"/>
              <a:buAutoNum type="arabicPeriod"/>
              <a:defRPr b="1">
                <a:solidFill>
                  <a:schemeClr val="bg2"/>
                </a:solidFill>
              </a:defRPr>
            </a:lvl1pPr>
            <a:lvl2pPr marL="803275" indent="-355600">
              <a:buClr>
                <a:srgbClr val="00BA96"/>
              </a:buClr>
              <a:defRPr>
                <a:solidFill>
                  <a:schemeClr val="bg2"/>
                </a:solidFill>
              </a:defRPr>
            </a:lvl2pPr>
          </a:lstStyle>
          <a:p>
            <a:pPr lvl="0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771029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pic>
        <p:nvPicPr>
          <p:cNvPr id="5" name="Picture 4" descr="SoftUni AI logo">
            <a:extLst>
              <a:ext uri="{FF2B5EF4-FFF2-40B4-BE49-F238E27FC236}">
                <a16:creationId xmlns:a16="http://schemas.microsoft.com/office/drawing/2014/main" id="{C3C90FCC-0CF7-14B4-7BAA-E1F020D6F3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5B4E65F1-0C32-1B44-BF43-023F3A3D3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5693F7-DC3A-BF94-A771-71DA25FE94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150" y="4725145"/>
            <a:ext cx="1474100" cy="17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0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Center Icon">
            <a:extLst>
              <a:ext uri="{FF2B5EF4-FFF2-40B4-BE49-F238E27FC236}">
                <a16:creationId xmlns:a16="http://schemas.microsoft.com/office/drawing/2014/main" id="{13B9A8FE-2718-4F2C-98D4-CBF86AD69D58}"/>
              </a:ext>
            </a:extLst>
          </p:cNvPr>
          <p:cNvSpPr>
            <a:spLocks noChangeAspect="1"/>
          </p:cNvSpPr>
          <p:nvPr userDrawn="1"/>
        </p:nvSpPr>
        <p:spPr>
          <a:xfrm>
            <a:off x="4319736" y="2852937"/>
            <a:ext cx="3552529" cy="3552529"/>
          </a:xfrm>
          <a:prstGeom prst="ellipse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2398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8" name="Slide Subtitle">
            <a:extLst>
              <a:ext uri="{FF2B5EF4-FFF2-40B4-BE49-F238E27FC236}">
                <a16:creationId xmlns:a16="http://schemas.microsoft.com/office/drawing/2014/main" id="{588387B4-E99E-4145-9D1D-F17CA5190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09" y="1801752"/>
            <a:ext cx="10961783" cy="7317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ea typeface="Roboto" panose="02000000000000000000" pitchFamily="2" charset="0"/>
                <a:cs typeface="Montserrat Medium" panose="00000600000000000000" pitchFamily="50" charset="-52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8A28C56F-AE84-49D0-9AD1-1F0CEEAB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09" y="836713"/>
            <a:ext cx="10961783" cy="780383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algn="ctr">
              <a:lnSpc>
                <a:spcPct val="105000"/>
              </a:lnSpc>
              <a:defRPr lang="en-US" sz="5396" b="1" i="0" baseline="0">
                <a:solidFill>
                  <a:srgbClr val="00BA96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13B7E9D-0360-E6FE-252B-10CE9E4D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3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82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Subtitle">
            <a:extLst>
              <a:ext uri="{FF2B5EF4-FFF2-40B4-BE49-F238E27FC236}">
                <a16:creationId xmlns:a16="http://schemas.microsoft.com/office/drawing/2014/main" id="{588387B4-E99E-4145-9D1D-F17CA5190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09" y="1622475"/>
            <a:ext cx="10961783" cy="7317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ea typeface="Montserrat Medium" panose="00000600000000000000" pitchFamily="50" charset="-52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8A28C56F-AE84-49D0-9AD1-1F0CEEAB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09" y="692697"/>
            <a:ext cx="10961783" cy="780383"/>
          </a:xfrm>
          <a:prstGeom prst="rect">
            <a:avLst/>
          </a:prstGeom>
        </p:spPr>
        <p:txBody>
          <a:bodyPr vert="horz" lIns="108000" tIns="36000" rIns="108000" bIns="36000" rtlCol="0" anchor="ctr">
            <a:noAutofit/>
          </a:bodyPr>
          <a:lstStyle>
            <a:lvl1pPr algn="ctr">
              <a:lnSpc>
                <a:spcPct val="105000"/>
              </a:lnSpc>
              <a:defRPr lang="en-US" sz="5396" b="1" i="0" baseline="0">
                <a:solidFill>
                  <a:srgbClr val="75FFE5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6B24A-4DC6-9128-47A7-704CC7F468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01828" y="2780928"/>
            <a:ext cx="6788342" cy="3384376"/>
          </a:xfrm>
          <a:ln>
            <a:solidFill>
              <a:schemeClr val="bg1">
                <a:alpha val="60000"/>
              </a:schemeClr>
            </a:solidFill>
          </a:ln>
          <a:effectLst/>
        </p:spPr>
        <p:txBody>
          <a:bodyPr lIns="144000" tIns="108000" rIns="144000" bIns="108000" anchor="ctr" anchorCtr="1">
            <a:noAutofit/>
          </a:bodyPr>
          <a:lstStyle>
            <a:lvl1pPr marL="0" indent="0" algn="l">
              <a:buNone/>
              <a:defRPr sz="32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Insert Picture Here</a:t>
            </a:r>
            <a:endParaRPr lang="en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A9A60E9-1AD5-A39A-713A-240B3BB0D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9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4621177" y="3101833"/>
            <a:ext cx="7092909" cy="626701"/>
          </a:xfrm>
          <a:prstGeom prst="rect">
            <a:avLst/>
          </a:prstGeom>
        </p:spPr>
        <p:txBody>
          <a:bodyPr vert="horz" wrap="square" lIns="108000" tIns="36000" rIns="108000" bIns="36000" rtlCol="0" anchor="ctr">
            <a:spAutoFit/>
          </a:bodyPr>
          <a:lstStyle>
            <a:lvl1pPr marL="0" indent="0" algn="ctr" latinLnBrk="0">
              <a:lnSpc>
                <a:spcPct val="105000"/>
              </a:lnSpc>
              <a:buNone/>
              <a:defRPr lang="en-US" sz="3600" b="0" baseline="0" noProof="0" dirty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50" charset="-52"/>
                <a:cs typeface="Arial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4621177" y="2060848"/>
            <a:ext cx="7092909" cy="903700"/>
          </a:xfrm>
          <a:prstGeom prst="rect">
            <a:avLst/>
          </a:prstGeom>
        </p:spPr>
        <p:txBody>
          <a:bodyPr vert="horz" wrap="square" lIns="108000" tIns="36000" rIns="108000" bIns="36000" rtlCol="0" anchor="ctr" anchorCtr="0">
            <a:spAutoFit/>
          </a:bodyPr>
          <a:lstStyle>
            <a:lvl1pPr marL="0" indent="0" algn="ctr" latinLnBrk="0">
              <a:lnSpc>
                <a:spcPct val="105000"/>
              </a:lnSpc>
              <a:buNone/>
              <a:defRPr lang="en-US" altLang="ko-KR" sz="5400" b="1" i="0" baseline="0" noProof="0" dirty="0">
                <a:solidFill>
                  <a:srgbClr val="00BA96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 algn="ctr"/>
            <a:r>
              <a:rPr lang="en-US" noProof="0" dirty="0"/>
              <a:t>Edit Section Title</a:t>
            </a:r>
            <a:endParaRPr lang="en-US" altLang="ko-KR" noProof="0" dirty="0"/>
          </a:p>
        </p:txBody>
      </p:sp>
      <p:sp>
        <p:nvSpPr>
          <p:cNvPr id="4" name="Oval Center Icon"/>
          <p:cNvSpPr>
            <a:spLocks noChangeAspect="1"/>
          </p:cNvSpPr>
          <p:nvPr/>
        </p:nvSpPr>
        <p:spPr>
          <a:xfrm>
            <a:off x="693993" y="1124745"/>
            <a:ext cx="3552529" cy="3552529"/>
          </a:xfrm>
          <a:prstGeom prst="ellipse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BF9558C-8863-6EDC-1683-96A4CF4B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08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Abstr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7A19-D572-FC4F-F648-382AB4C0E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3304" y="2389484"/>
            <a:ext cx="7634836" cy="967509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Demo Slide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88023F-7165-C782-A747-713DEC261A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286071"/>
            <a:ext cx="3951579" cy="4285859"/>
          </a:xfrm>
          <a:prstGeom prst="rect">
            <a:avLst/>
          </a:prstGeom>
        </p:spPr>
      </p:pic>
      <p:pic>
        <p:nvPicPr>
          <p:cNvPr id="4" name="Picture 3" descr="abstract network">
            <a:extLst>
              <a:ext uri="{FF2B5EF4-FFF2-40B4-BE49-F238E27FC236}">
                <a16:creationId xmlns:a16="http://schemas.microsoft.com/office/drawing/2014/main" id="{6F0E1C26-F9D4-9F23-D7F9-430539AAB4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779" y="1848202"/>
            <a:ext cx="3391551" cy="3233607"/>
          </a:xfrm>
          <a:prstGeom prst="rect">
            <a:avLst/>
          </a:prstGeom>
        </p:spPr>
      </p:pic>
      <p:sp>
        <p:nvSpPr>
          <p:cNvPr id="5" name="Slide Subtitle">
            <a:extLst>
              <a:ext uri="{FF2B5EF4-FFF2-40B4-BE49-F238E27FC236}">
                <a16:creationId xmlns:a16="http://schemas.microsoft.com/office/drawing/2014/main" id="{0344216F-8916-D20C-E7E9-C219340D14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3304" y="3482811"/>
            <a:ext cx="7634836" cy="8102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5000"/>
              </a:lnSpc>
              <a:buNone/>
              <a:defRPr sz="3600" b="0" i="0" baseline="0">
                <a:solidFill>
                  <a:schemeClr val="bg1">
                    <a:lumMod val="20000"/>
                    <a:lumOff val="80000"/>
                  </a:schemeClr>
                </a:solidFill>
                <a:latin typeface="Montserrat Medium" panose="00000600000000000000" pitchFamily="2" charset="0"/>
                <a:ea typeface="Montserrat Medium" panose="00000600000000000000" pitchFamily="2" charset="0"/>
                <a:cs typeface="Montserrat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E0DCA5D-3F03-954E-7A78-758BE0865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0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EDBED750-FB43-855D-3C59-452045ED2C8C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3483657-164E-4EE9-9349-4B902321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3" y="1196125"/>
            <a:ext cx="11811791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4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400" b="1" i="0" kern="1200" dirty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Roboto" panose="02000000000000000000" pitchFamily="2" charset="0"/>
                <a:cs typeface="Montserrat Bold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DF879E57-BABD-22A8-5DD2-EC221C1C6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3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Left">
            <a:extLst>
              <a:ext uri="{FF2B5EF4-FFF2-40B4-BE49-F238E27FC236}">
                <a16:creationId xmlns:a16="http://schemas.microsoft.com/office/drawing/2014/main" id="{D4637CB8-71A7-5A5D-8492-79902B6C0CEA}"/>
              </a:ext>
            </a:extLst>
          </p:cNvPr>
          <p:cNvSpPr/>
          <p:nvPr userDrawn="1"/>
        </p:nvSpPr>
        <p:spPr>
          <a:xfrm>
            <a:off x="1" y="980728"/>
            <a:ext cx="587245" cy="5877272"/>
          </a:xfrm>
          <a:prstGeom prst="rect">
            <a:avLst/>
          </a:prstGeom>
          <a:gradFill>
            <a:gsLst>
              <a:gs pos="0">
                <a:srgbClr val="18151C"/>
              </a:gs>
              <a:gs pos="31000">
                <a:srgbClr val="231852"/>
              </a:gs>
              <a:gs pos="95000">
                <a:schemeClr val="bg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ound Single Corner of Rectangle 4" descr="SoftUni AI logo">
            <a:extLst>
              <a:ext uri="{FF2B5EF4-FFF2-40B4-BE49-F238E27FC236}">
                <a16:creationId xmlns:a16="http://schemas.microsoft.com/office/drawing/2014/main" id="{378C7D6D-3A23-08FA-6787-C90C4681461E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E63AB395-E294-42D2-A1ED-1AF3AC4FD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Important concept - illustration">
            <a:extLst>
              <a:ext uri="{FF2B5EF4-FFF2-40B4-BE49-F238E27FC236}">
                <a16:creationId xmlns:a16="http://schemas.microsoft.com/office/drawing/2014/main" id="{117C9FDA-1911-CE47-58E2-D7A56C81A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Body Text">
            <a:extLst>
              <a:ext uri="{FF2B5EF4-FFF2-40B4-BE49-F238E27FC236}">
                <a16:creationId xmlns:a16="http://schemas.microsoft.com/office/drawing/2014/main" id="{41A9683C-0268-7491-32C2-68ECF35560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993" y="1196125"/>
            <a:ext cx="11308201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805" y="98074"/>
            <a:ext cx="1080401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7" name="Picture 16" descr="Important concept - illustration">
            <a:extLst>
              <a:ext uri="{FF2B5EF4-FFF2-40B4-BE49-F238E27FC236}">
                <a16:creationId xmlns:a16="http://schemas.microsoft.com/office/drawing/2014/main" id="{61C9A7C8-A8FF-96A2-B887-D1F64DA6BD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326943">
            <a:off x="91545" y="5224353"/>
            <a:ext cx="753636" cy="1388415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072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Left">
            <a:extLst>
              <a:ext uri="{FF2B5EF4-FFF2-40B4-BE49-F238E27FC236}">
                <a16:creationId xmlns:a16="http://schemas.microsoft.com/office/drawing/2014/main" id="{D4637CB8-71A7-5A5D-8492-79902B6C0CEA}"/>
              </a:ext>
            </a:extLst>
          </p:cNvPr>
          <p:cNvSpPr/>
          <p:nvPr userDrawn="1"/>
        </p:nvSpPr>
        <p:spPr>
          <a:xfrm>
            <a:off x="0" y="980728"/>
            <a:ext cx="1004746" cy="5877272"/>
          </a:xfrm>
          <a:prstGeom prst="rect">
            <a:avLst/>
          </a:prstGeom>
          <a:gradFill>
            <a:gsLst>
              <a:gs pos="0">
                <a:srgbClr val="18151C"/>
              </a:gs>
              <a:gs pos="31000">
                <a:srgbClr val="231852"/>
              </a:gs>
              <a:gs pos="95000">
                <a:schemeClr val="bg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Round Single Corner of Rectangle 4">
            <a:extLst>
              <a:ext uri="{FF2B5EF4-FFF2-40B4-BE49-F238E27FC236}">
                <a16:creationId xmlns:a16="http://schemas.microsoft.com/office/drawing/2014/main" id="{378C7D6D-3A23-08FA-6787-C90C4681461E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E63AB395-E294-42D2-A1ED-1AF3AC4FD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117C9FDA-1911-CE47-58E2-D7A56C81A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Body Text">
            <a:extLst>
              <a:ext uri="{FF2B5EF4-FFF2-40B4-BE49-F238E27FC236}">
                <a16:creationId xmlns:a16="http://schemas.microsoft.com/office/drawing/2014/main" id="{41A9683C-0268-7491-32C2-68ECF35560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6153" y="1196125"/>
            <a:ext cx="10876040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805" y="98074"/>
            <a:ext cx="1080401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7" name="Picture 16" descr="Important concept - illustration">
            <a:extLst>
              <a:ext uri="{FF2B5EF4-FFF2-40B4-BE49-F238E27FC236}">
                <a16:creationId xmlns:a16="http://schemas.microsoft.com/office/drawing/2014/main" id="{61C9A7C8-A8FF-96A2-B887-D1F64DA6BD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326943">
            <a:off x="260346" y="3984464"/>
            <a:ext cx="1421486" cy="2618787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55696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EDBED750-FB43-855D-3C59-452045ED2C8C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chemeClr val="bg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3483657-164E-4EE9-9349-4B902321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3" y="1196125"/>
            <a:ext cx="11811791" cy="55611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4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400" b="1" i="0" kern="1200" dirty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Roboto" panose="02000000000000000000" pitchFamily="2" charset="0"/>
                <a:cs typeface="Montserrat Bold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DF879E57-BABD-22A8-5DD2-EC221C1C6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D747F1-67CC-27D3-C555-BC0D4639D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427" y="1998966"/>
            <a:ext cx="10954606" cy="1467957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>
            <a:lvl1pPr marL="0" indent="0">
              <a:spcBef>
                <a:spcPts val="200"/>
              </a:spcBef>
              <a:spcAft>
                <a:spcPts val="200"/>
              </a:spcAft>
              <a:buNone/>
              <a:defRPr sz="2800" b="1"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Source code …</a:t>
            </a:r>
          </a:p>
          <a:p>
            <a:pPr lvl="0"/>
            <a:r>
              <a:rPr lang="en-US" dirty="0"/>
              <a:t>Source code …</a:t>
            </a:r>
          </a:p>
          <a:p>
            <a:pPr lvl="0"/>
            <a:r>
              <a:rPr lang="en-US" dirty="0"/>
              <a:t>Source code …</a:t>
            </a:r>
          </a:p>
        </p:txBody>
      </p:sp>
    </p:spTree>
    <p:extLst>
      <p:ext uri="{BB962C8B-B14F-4D97-AF65-F5344CB8AC3E}">
        <p14:creationId xmlns:p14="http://schemas.microsoft.com/office/powerpoint/2010/main" val="134954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265319"/>
            <a:ext cx="7426234" cy="5491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405957" y="1707765"/>
            <a:ext cx="3889374" cy="5013176"/>
          </a:xfrm>
          <a:prstGeom prst="rect">
            <a:avLst/>
          </a:prstGeom>
          <a:solidFill>
            <a:srgbClr val="1B6C9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</a:endParaRP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262503" y="1265319"/>
            <a:ext cx="3889373" cy="531910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25000"/>
                <a:lumOff val="75000"/>
                <a:alpha val="69804"/>
              </a:schemeClr>
            </a:solidFill>
          </a:ln>
        </p:spPr>
        <p:txBody>
          <a:bodyPr anchor="ctr"/>
          <a:lstStyle>
            <a:lvl1pPr marL="0" indent="0" algn="ctr" latinLnBrk="0">
              <a:buNone/>
              <a:defRPr sz="213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036" indent="0">
              <a:buNone/>
              <a:defRPr sz="3730"/>
            </a:lvl2pPr>
            <a:lvl3pPr marL="1218072" indent="0">
              <a:buNone/>
              <a:defRPr sz="3197"/>
            </a:lvl3pPr>
            <a:lvl4pPr marL="1827109" indent="0">
              <a:buNone/>
              <a:defRPr sz="2664"/>
            </a:lvl4pPr>
            <a:lvl5pPr marL="2436145" indent="0">
              <a:buNone/>
              <a:defRPr sz="2664"/>
            </a:lvl5pPr>
            <a:lvl6pPr marL="3045182" indent="0">
              <a:buNone/>
              <a:defRPr sz="2664"/>
            </a:lvl6pPr>
            <a:lvl7pPr marL="3654218" indent="0">
              <a:buNone/>
              <a:defRPr sz="2664"/>
            </a:lvl7pPr>
            <a:lvl8pPr marL="4263254" indent="0">
              <a:buNone/>
              <a:defRPr sz="2664"/>
            </a:lvl8pPr>
            <a:lvl9pPr marL="4872290" indent="0">
              <a:buNone/>
              <a:defRPr sz="2664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4" name="Round Single Corner of Rectangle 4">
            <a:extLst>
              <a:ext uri="{FF2B5EF4-FFF2-40B4-BE49-F238E27FC236}">
                <a16:creationId xmlns:a16="http://schemas.microsoft.com/office/drawing/2014/main" id="{F762F149-E44E-D88E-EEB1-032C7F0B5329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F7356985-19C0-FC70-BA54-354EBF858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7D425D3A-0F60-ADE4-8DC2-7D66E16AB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9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8" y="1195930"/>
            <a:ext cx="5905595" cy="5561320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5" y="1195930"/>
            <a:ext cx="5833568" cy="5561320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ound Single Corner of Rectangle 4">
            <a:extLst>
              <a:ext uri="{FF2B5EF4-FFF2-40B4-BE49-F238E27FC236}">
                <a16:creationId xmlns:a16="http://schemas.microsoft.com/office/drawing/2014/main" id="{81E5F87F-0243-5B6C-4C40-12438D7A8822}"/>
              </a:ext>
            </a:extLst>
          </p:cNvPr>
          <p:cNvSpPr/>
          <p:nvPr userDrawn="1"/>
        </p:nvSpPr>
        <p:spPr bwMode="auto">
          <a:xfrm flipV="1">
            <a:off x="-2" y="28744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BCC7C720-726A-9335-8A59-91012FE1CB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9840FC18-341D-2D14-993D-5BB017131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819468-5A1A-AFE7-5A13-5FF3A1BF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75732" y="3284984"/>
            <a:ext cx="1347684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1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7F5919-4634-9BCA-DFA5-9E7F7AFE648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1999" cy="685800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32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389DEC12-7432-E1F6-D89B-711C47DC31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5817376"/>
            <a:ext cx="12192000" cy="1040624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80000"/>
                </a:srgbClr>
              </a:gs>
              <a:gs pos="100000">
                <a:srgbClr val="009276">
                  <a:alpha val="80000"/>
                </a:srgbClr>
              </a:gs>
            </a:gsLst>
            <a:lin ang="12600000" scaled="0"/>
          </a:gradFill>
        </p:spPr>
        <p:txBody>
          <a:bodyPr lIns="216000" tIns="180000" rIns="216000" bIns="180000" anchor="b" anchorCtr="0">
            <a:spAutoFit/>
          </a:bodyPr>
          <a:lstStyle>
            <a:lvl1pPr algn="ctr">
              <a:defRPr sz="4400">
                <a:solidFill>
                  <a:schemeClr val="bg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33EE0119-8BC7-77EC-9340-4C6D5B7DB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40000"/>
                    <a:lumOff val="60000"/>
                    <a:alpha val="3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82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FE590B68-01A2-42BB-903F-30E375DCAA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913" y="100750"/>
            <a:ext cx="11899823" cy="8826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i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3" name="Picture 2" descr="SoftUni AI logo">
            <a:extLst>
              <a:ext uri="{FF2B5EF4-FFF2-40B4-BE49-F238E27FC236}">
                <a16:creationId xmlns:a16="http://schemas.microsoft.com/office/drawing/2014/main" id="{3653DF68-1F8A-36E7-A4EA-D3C0ACDBA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8FF1D71E-17D6-FB9F-FA94-9008426AF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4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9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70B4-248D-5FF6-4449-7EA8A506B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020" y="1032067"/>
            <a:ext cx="5829460" cy="1068011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Take a Break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B0056F-B61D-AAD1-8BF5-2BB6FD68B655}"/>
              </a:ext>
            </a:extLst>
          </p:cNvPr>
          <p:cNvGrpSpPr/>
          <p:nvPr userDrawn="1"/>
        </p:nvGrpSpPr>
        <p:grpSpPr>
          <a:xfrm>
            <a:off x="889471" y="3385383"/>
            <a:ext cx="4579215" cy="2940771"/>
            <a:chOff x="1028701" y="3009899"/>
            <a:chExt cx="6131371" cy="3938592"/>
          </a:xfrm>
        </p:grpSpPr>
        <p:sp>
          <p:nvSpPr>
            <p:cNvPr id="4" name="Rectangle: Rounded Corners 16">
              <a:hlinkClick r:id="rId3"/>
              <a:extLst>
                <a:ext uri="{FF2B5EF4-FFF2-40B4-BE49-F238E27FC236}">
                  <a16:creationId xmlns:a16="http://schemas.microsoft.com/office/drawing/2014/main" id="{DFE198B6-9449-3BD0-A3EF-9CB8115D6363}"/>
                </a:ext>
              </a:extLst>
            </p:cNvPr>
            <p:cNvSpPr/>
            <p:nvPr/>
          </p:nvSpPr>
          <p:spPr>
            <a:xfrm>
              <a:off x="1028701" y="3009899"/>
              <a:ext cx="5676899" cy="1333764"/>
            </a:xfrm>
            <a:prstGeom prst="roundRect">
              <a:avLst>
                <a:gd name="adj" fmla="val 4655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bg-BG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786A6F-4EAA-0786-840C-A0B138BD0998}"/>
                </a:ext>
              </a:extLst>
            </p:cNvPr>
            <p:cNvGrpSpPr/>
            <p:nvPr/>
          </p:nvGrpSpPr>
          <p:grpSpPr>
            <a:xfrm>
              <a:off x="1028701" y="3009899"/>
              <a:ext cx="6131371" cy="3938592"/>
              <a:chOff x="50801" y="20637"/>
              <a:chExt cx="8175161" cy="5251453"/>
            </a:xfrm>
          </p:grpSpPr>
          <p:sp>
            <p:nvSpPr>
              <p:cNvPr id="6" name="TextBox 8">
                <a:extLst>
                  <a:ext uri="{FF2B5EF4-FFF2-40B4-BE49-F238E27FC236}">
                    <a16:creationId xmlns:a16="http://schemas.microsoft.com/office/drawing/2014/main" id="{38E15180-7D87-82A7-73AE-2BC7B6B34764}"/>
                  </a:ext>
                </a:extLst>
              </p:cNvPr>
              <p:cNvSpPr txBox="1"/>
              <p:nvPr/>
            </p:nvSpPr>
            <p:spPr>
              <a:xfrm>
                <a:off x="50801" y="2828926"/>
                <a:ext cx="5533250" cy="2443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5599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999" b="1" i="0" u="none" strike="noStrike" kern="1200" cap="none" spc="39" normalizeH="0" baseline="0" noProof="0" dirty="0">
                  <a:ln>
                    <a:noFill/>
                  </a:ln>
                  <a:solidFill>
                    <a:srgbClr val="F32B33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grpSp>
            <p:nvGrpSpPr>
              <p:cNvPr id="7" name="Group 9">
                <a:extLst>
                  <a:ext uri="{FF2B5EF4-FFF2-40B4-BE49-F238E27FC236}">
                    <a16:creationId xmlns:a16="http://schemas.microsoft.com/office/drawing/2014/main" id="{9C81EEAD-3DAE-E77A-9B2E-0A543D54868F}"/>
                  </a:ext>
                </a:extLst>
              </p:cNvPr>
              <p:cNvGrpSpPr/>
              <p:nvPr/>
            </p:nvGrpSpPr>
            <p:grpSpPr>
              <a:xfrm>
                <a:off x="5994398" y="20637"/>
                <a:ext cx="2231564" cy="1778352"/>
                <a:chOff x="-283342" y="9432"/>
                <a:chExt cx="1019942" cy="812800"/>
              </a:xfrm>
            </p:grpSpPr>
            <p:sp>
              <p:nvSpPr>
                <p:cNvPr id="9" name="Freeform 17">
                  <a:extLst>
                    <a:ext uri="{FF2B5EF4-FFF2-40B4-BE49-F238E27FC236}">
                      <a16:creationId xmlns:a16="http://schemas.microsoft.com/office/drawing/2014/main" id="{9B2AFEA6-0C3C-D4E5-0CBD-BC7A1F70B4E3}"/>
                    </a:ext>
                  </a:extLst>
                </p:cNvPr>
                <p:cNvSpPr/>
                <p:nvPr/>
              </p:nvSpPr>
              <p:spPr>
                <a:xfrm>
                  <a:off x="-283342" y="9432"/>
                  <a:ext cx="809173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173" h="812800">
                      <a:moveTo>
                        <a:pt x="404587" y="0"/>
                      </a:moveTo>
                      <a:cubicBezTo>
                        <a:pt x="628326" y="1001"/>
                        <a:pt x="809174" y="182659"/>
                        <a:pt x="809174" y="406400"/>
                      </a:cubicBezTo>
                      <a:cubicBezTo>
                        <a:pt x="809174" y="630141"/>
                        <a:pt x="628326" y="811799"/>
                        <a:pt x="404587" y="812800"/>
                      </a:cubicBezTo>
                      <a:cubicBezTo>
                        <a:pt x="180848" y="811799"/>
                        <a:pt x="0" y="630141"/>
                        <a:pt x="0" y="406400"/>
                      </a:cubicBezTo>
                      <a:cubicBezTo>
                        <a:pt x="0" y="182659"/>
                        <a:pt x="180848" y="1001"/>
                        <a:pt x="40458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0BA96"/>
                    </a:gs>
                    <a:gs pos="100000">
                      <a:srgbClr val="3D0791"/>
                    </a:gs>
                  </a:gsLst>
                  <a:lin ang="5400000" scaled="0"/>
                </a:gradFill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bg-B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C4C5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65D3DAE-C531-0146-3800-E5A7CF48E061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94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8" name="Picture 12">
                <a:extLst>
                  <a:ext uri="{FF2B5EF4-FFF2-40B4-BE49-F238E27FC236}">
                    <a16:creationId xmlns:a16="http://schemas.microsoft.com/office/drawing/2014/main" id="{58778FB3-72C1-8AFA-5F6E-66B91F147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318098" y="623161"/>
                <a:ext cx="1123023" cy="532032"/>
              </a:xfrm>
              <a:prstGeom prst="rect">
                <a:avLst/>
              </a:prstGeom>
            </p:spPr>
          </p:pic>
        </p:grpSp>
      </p:grpSp>
      <p:pic>
        <p:nvPicPr>
          <p:cNvPr id="11" name="Picture 10" descr="Abstract AI clock">
            <a:extLst>
              <a:ext uri="{FF2B5EF4-FFF2-40B4-BE49-F238E27FC236}">
                <a16:creationId xmlns:a16="http://schemas.microsoft.com/office/drawing/2014/main" id="{0F02D39F-59EF-FF5C-2EDF-C7DEFF32BA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3973" y="917418"/>
            <a:ext cx="5703173" cy="5701688"/>
          </a:xfrm>
          <a:prstGeom prst="rect">
            <a:avLst/>
          </a:prstGeom>
        </p:spPr>
      </p:pic>
      <p:pic>
        <p:nvPicPr>
          <p:cNvPr id="12" name="Picture 11" descr="SoftUni AI logo">
            <a:extLst>
              <a:ext uri="{FF2B5EF4-FFF2-40B4-BE49-F238E27FC236}">
                <a16:creationId xmlns:a16="http://schemas.microsoft.com/office/drawing/2014/main" id="{90D2B2C2-0BFC-84EE-F51F-EEB763D3D5B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13" name="Slide Number">
            <a:extLst>
              <a:ext uri="{FF2B5EF4-FFF2-40B4-BE49-F238E27FC236}">
                <a16:creationId xmlns:a16="http://schemas.microsoft.com/office/drawing/2014/main" id="{CF6FD7D9-482D-5AD4-2CAE-CD3F41D69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  <a:alpha val="5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93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27BCD82B-67A3-83D5-1297-CCAD6C079816}"/>
              </a:ext>
            </a:extLst>
          </p:cNvPr>
          <p:cNvGrpSpPr/>
          <p:nvPr userDrawn="1"/>
        </p:nvGrpSpPr>
        <p:grpSpPr>
          <a:xfrm>
            <a:off x="190453" y="1196753"/>
            <a:ext cx="11811741" cy="5491913"/>
            <a:chOff x="472011" y="1508786"/>
            <a:chExt cx="3799787" cy="4865561"/>
          </a:xfrm>
        </p:grpSpPr>
        <p:sp>
          <p:nvSpPr>
            <p:cNvPr id="4" name="Rounded Rectangle Blue">
              <a:extLst>
                <a:ext uri="{FF2B5EF4-FFF2-40B4-BE49-F238E27FC236}">
                  <a16:creationId xmlns:a16="http://schemas.microsoft.com/office/drawing/2014/main" id="{2305202B-13E5-F0C5-2A52-B6EEB7B35CDC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2673"/>
              </a:avLst>
            </a:prstGeom>
            <a:gradFill>
              <a:gsLst>
                <a:gs pos="0">
                  <a:srgbClr val="332D3B"/>
                </a:gs>
                <a:gs pos="51000">
                  <a:schemeClr val="tx2">
                    <a:lumMod val="90000"/>
                    <a:lumOff val="10000"/>
                  </a:schemeClr>
                </a:gs>
                <a:gs pos="95000">
                  <a:schemeClr val="accent6">
                    <a:lumMod val="50000"/>
                  </a:schemeClr>
                </a:gs>
              </a:gsLst>
              <a:lin ang="4200000" scaled="0"/>
            </a:gradFill>
            <a:ln w="635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5" name="Rounded Rectangle Left">
              <a:extLst>
                <a:ext uri="{FF2B5EF4-FFF2-40B4-BE49-F238E27FC236}">
                  <a16:creationId xmlns:a16="http://schemas.microsoft.com/office/drawing/2014/main" id="{CB930691-069C-07B4-05E7-62E03A0ECD6A}"/>
                </a:ext>
              </a:extLst>
            </p:cNvPr>
            <p:cNvSpPr/>
            <p:nvPr/>
          </p:nvSpPr>
          <p:spPr>
            <a:xfrm>
              <a:off x="518144" y="1636376"/>
              <a:ext cx="72410" cy="464495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20000"/>
                <a:lumOff val="80000"/>
                <a:alpha val="41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" name="Half Frame Top Right">
              <a:extLst>
                <a:ext uri="{FF2B5EF4-FFF2-40B4-BE49-F238E27FC236}">
                  <a16:creationId xmlns:a16="http://schemas.microsoft.com/office/drawing/2014/main" id="{09D09B8C-1FB2-259B-D2E5-A9603816AA4B}"/>
                </a:ext>
              </a:extLst>
            </p:cNvPr>
            <p:cNvSpPr/>
            <p:nvPr userDrawn="1"/>
          </p:nvSpPr>
          <p:spPr>
            <a:xfrm rot="5400000">
              <a:off x="3771922" y="1864557"/>
              <a:ext cx="669775" cy="226119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lumMod val="20000"/>
                <a:lumOff val="80000"/>
                <a:alpha val="41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Slide Body Text">
            <a:extLst>
              <a:ext uri="{FF2B5EF4-FFF2-40B4-BE49-F238E27FC236}">
                <a16:creationId xmlns:a16="http://schemas.microsoft.com/office/drawing/2014/main" id="{6B113DB2-305A-63AD-459F-83BDCE200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353" y="1347939"/>
            <a:ext cx="11138419" cy="5159225"/>
          </a:xfrm>
        </p:spPr>
        <p:txBody>
          <a:bodyPr>
            <a:normAutofit/>
          </a:bodyPr>
          <a:lstStyle>
            <a:lvl1pPr>
              <a:lnSpc>
                <a:spcPct val="105000"/>
              </a:lnSpc>
              <a:spcAft>
                <a:spcPts val="600"/>
              </a:spcAft>
              <a:defRPr sz="3400" b="0" baseline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05000"/>
              </a:lnSpc>
              <a:spcAft>
                <a:spcPts val="600"/>
              </a:spcAft>
              <a:defRPr sz="32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05000"/>
              </a:lnSpc>
              <a:spcAft>
                <a:spcPts val="600"/>
              </a:spcAft>
              <a:defRPr sz="3000" b="0" i="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05000"/>
              </a:lnSpc>
              <a:spcAft>
                <a:spcPts val="600"/>
              </a:spcAft>
              <a:defRPr sz="28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05000"/>
              </a:lnSpc>
              <a:spcAft>
                <a:spcPts val="600"/>
              </a:spcAft>
              <a:defRPr sz="2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E8DD2418-CA85-AFBA-4639-F450A0699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801823" y="653748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ound Single Corner of Rectangle 4">
            <a:extLst>
              <a:ext uri="{FF2B5EF4-FFF2-40B4-BE49-F238E27FC236}">
                <a16:creationId xmlns:a16="http://schemas.microsoft.com/office/drawing/2014/main" id="{FA8C4F3F-3EA7-207F-C76C-3788FE215E11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63000">
                <a:schemeClr val="bg1">
                  <a:lumMod val="50000"/>
                </a:schemeClr>
              </a:gs>
              <a:gs pos="100000">
                <a:srgbClr val="312B39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DB33B17C-FDFA-721D-0B67-FA771865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803414" cy="882654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sz="44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13" name="Picture 12" descr="SoftUni AI logo">
            <a:extLst>
              <a:ext uri="{FF2B5EF4-FFF2-40B4-BE49-F238E27FC236}">
                <a16:creationId xmlns:a16="http://schemas.microsoft.com/office/drawing/2014/main" id="{73297ED7-6E5F-7538-8D44-6AE502CA89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6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gradFill>
            <a:gsLst>
              <a:gs pos="0">
                <a:srgbClr val="00BA96"/>
              </a:gs>
              <a:gs pos="100000">
                <a:srgbClr val="3D0791"/>
              </a:gs>
            </a:gsLst>
            <a:lin ang="54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altLang="ko-KR" sz="2398" b="0" i="0" u="none" strike="noStrike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+mn-lt"/>
              <a:ea typeface="맑은 고딕" panose="020B0503020000020004" pitchFamily="34" charset="-127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1" y="6454760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© SoftUni AI – </a:t>
            </a:r>
            <a:r>
              <a:rPr lang="en-US" sz="1500" u="sng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https://ai.softuni.bg</a:t>
            </a:r>
            <a:r>
              <a:rPr lang="en-US" sz="1500" noProof="0" dirty="0">
                <a:solidFill>
                  <a:schemeClr val="bg2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C70F1-0E2E-91E4-E6A2-65A787BA8629}"/>
              </a:ext>
            </a:extLst>
          </p:cNvPr>
          <p:cNvSpPr txBox="1"/>
          <p:nvPr userDrawn="1"/>
        </p:nvSpPr>
        <p:spPr>
          <a:xfrm>
            <a:off x="1507426" y="4154258"/>
            <a:ext cx="648241" cy="136297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7200" b="1" i="0" dirty="0">
                <a:ln>
                  <a:solidFill>
                    <a:schemeClr val="bg2"/>
                  </a:solidFill>
                </a:ln>
                <a:solidFill>
                  <a:schemeClr val="tx1">
                    <a:lumMod val="60000"/>
                    <a:lumOff val="40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sp>
        <p:nvSpPr>
          <p:cNvPr id="37" name="Slide Title">
            <a:extLst>
              <a:ext uri="{FF2B5EF4-FFF2-40B4-BE49-F238E27FC236}">
                <a16:creationId xmlns:a16="http://schemas.microsoft.com/office/drawing/2014/main" id="{2E2609AE-35F4-489D-975E-CF0D19750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781" y="2420888"/>
            <a:ext cx="9573011" cy="1573630"/>
          </a:xfrm>
          <a:prstGeom prst="rect">
            <a:avLst/>
          </a:prstGeom>
          <a:effectLst/>
          <a:sp3d/>
        </p:spPr>
        <p:txBody>
          <a:bodyPr vert="horz" wrap="none" lIns="0" tIns="0" rIns="0" bIns="0" rtlCol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contourClr>
                <a:srgbClr val="DDDDDD"/>
              </a:contourClr>
            </a:sp3d>
          </a:bodyPr>
          <a:lstStyle>
            <a:lvl1pPr algn="ctr">
              <a:defRPr kumimoji="0" lang="en-US" sz="12000" b="1" i="0" u="none" strike="noStrike" cap="none" spc="0" normalizeH="0" baseline="0" dirty="0">
                <a:ln>
                  <a:noFill/>
                </a:ln>
                <a:solidFill>
                  <a:schemeClr val="bg1">
                    <a:lumMod val="20000"/>
                    <a:lumOff val="80000"/>
                  </a:schemeClr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Montserrat ExtraBold" pitchFamily="2" charset="77"/>
              </a:defRPr>
            </a:lvl1pPr>
          </a:lstStyle>
          <a:p>
            <a:pPr marL="0" marR="0" lvl="0" indent="0" defTabSz="913852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tabLst/>
            </a:pPr>
            <a:r>
              <a:rPr lang="en-US" dirty="0"/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0542B-DFEE-AA07-0D4B-D995DA72A9E4}"/>
              </a:ext>
            </a:extLst>
          </p:cNvPr>
          <p:cNvSpPr txBox="1"/>
          <p:nvPr userDrawn="1"/>
        </p:nvSpPr>
        <p:spPr>
          <a:xfrm>
            <a:off x="549939" y="1942961"/>
            <a:ext cx="648241" cy="126474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6600" b="1" i="0" dirty="0">
                <a:ln>
                  <a:solidFill>
                    <a:schemeClr val="bg2"/>
                  </a:solidFill>
                </a:ln>
                <a:noFill/>
                <a:effectLst>
                  <a:glow rad="127000">
                    <a:srgbClr val="3D0791"/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DBBF8-89AB-257F-2DCC-3B727460FF4D}"/>
              </a:ext>
            </a:extLst>
          </p:cNvPr>
          <p:cNvSpPr txBox="1"/>
          <p:nvPr userDrawn="1"/>
        </p:nvSpPr>
        <p:spPr>
          <a:xfrm>
            <a:off x="2155667" y="537622"/>
            <a:ext cx="648241" cy="1264743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BG" sz="6600" b="1" i="0" dirty="0">
                <a:ln>
                  <a:solidFill>
                    <a:schemeClr val="bg2"/>
                  </a:solidFill>
                </a:ln>
                <a:noFill/>
                <a:effectLst>
                  <a:glow rad="127000">
                    <a:srgbClr val="00BA96"/>
                  </a:glow>
                </a:effectLst>
                <a:latin typeface="+mn-lt"/>
                <a:ea typeface="Roboto Bk" panose="02000000000000000000" pitchFamily="2" charset="0"/>
                <a:cs typeface="Roboto Bk" panose="02000000000000000000" pitchFamily="2" charset="0"/>
              </a:rPr>
              <a:t>?</a:t>
            </a:r>
          </a:p>
        </p:txBody>
      </p:sp>
      <p:pic>
        <p:nvPicPr>
          <p:cNvPr id="2" name="Picture 1" descr="SoftUni AI logo">
            <a:extLst>
              <a:ext uri="{FF2B5EF4-FFF2-40B4-BE49-F238E27FC236}">
                <a16:creationId xmlns:a16="http://schemas.microsoft.com/office/drawing/2014/main" id="{33E14498-C719-5F30-A24E-70A215FE3D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E553D3D5-8A92-F806-8E9C-5C59AF54F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accent2">
                    <a:lumMod val="50000"/>
                    <a:alpha val="40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9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mewor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ingle Corner of Rectangle 4">
            <a:extLst>
              <a:ext uri="{FF2B5EF4-FFF2-40B4-BE49-F238E27FC236}">
                <a16:creationId xmlns:a16="http://schemas.microsoft.com/office/drawing/2014/main" id="{E2B6A411-D458-503E-763F-713B7C0E5253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3D0791">
                  <a:alpha val="30000"/>
                </a:srgbClr>
              </a:gs>
              <a:gs pos="63000">
                <a:schemeClr val="bg1">
                  <a:lumMod val="50000"/>
                </a:schemeClr>
              </a:gs>
              <a:gs pos="100000">
                <a:srgbClr val="312B39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95F26-5934-F2F9-33EC-6229879F02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A1703AB-E434-D010-E5D0-28BB8CF20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I hand">
            <a:extLst>
              <a:ext uri="{FF2B5EF4-FFF2-40B4-BE49-F238E27FC236}">
                <a16:creationId xmlns:a16="http://schemas.microsoft.com/office/drawing/2014/main" id="{B13AB13C-DBA6-8FDE-A39C-2E9706C95C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022" y="476672"/>
            <a:ext cx="3931607" cy="2160240"/>
          </a:xfrm>
          <a:prstGeom prst="rect">
            <a:avLst/>
          </a:prstGeom>
        </p:spPr>
      </p:pic>
      <p:pic>
        <p:nvPicPr>
          <p:cNvPr id="7" name="Picture 6" descr="SoftUni AI logo">
            <a:extLst>
              <a:ext uri="{FF2B5EF4-FFF2-40B4-BE49-F238E27FC236}">
                <a16:creationId xmlns:a16="http://schemas.microsoft.com/office/drawing/2014/main" id="{76D5EF69-3C84-2C4D-7313-715A044AE7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sp>
        <p:nvSpPr>
          <p:cNvPr id="6" name="Slide Body Text">
            <a:extLst>
              <a:ext uri="{FF2B5EF4-FFF2-40B4-BE49-F238E27FC236}">
                <a16:creationId xmlns:a16="http://schemas.microsoft.com/office/drawing/2014/main" id="{97E1D00E-AB8E-189E-1BEB-447A35DE46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805" y="1196752"/>
            <a:ext cx="11812388" cy="54726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053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Resourc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ingle Corner of Rectangle 4">
            <a:extLst>
              <a:ext uri="{FF2B5EF4-FFF2-40B4-BE49-F238E27FC236}">
                <a16:creationId xmlns:a16="http://schemas.microsoft.com/office/drawing/2014/main" id="{BD7EFF37-B738-8068-257E-131A180887F6}"/>
              </a:ext>
            </a:extLst>
          </p:cNvPr>
          <p:cNvSpPr/>
          <p:nvPr userDrawn="1"/>
        </p:nvSpPr>
        <p:spPr bwMode="auto">
          <a:xfrm flipV="1">
            <a:off x="1" y="0"/>
            <a:ext cx="12192000" cy="1052736"/>
          </a:xfrm>
          <a:prstGeom prst="round1Rect">
            <a:avLst>
              <a:gd name="adj" fmla="val 50000"/>
            </a:avLst>
          </a:prstGeom>
          <a:gradFill>
            <a:gsLst>
              <a:gs pos="0">
                <a:srgbClr val="00BA96">
                  <a:alpha val="30000"/>
                </a:srgbClr>
              </a:gs>
              <a:gs pos="100000">
                <a:srgbClr val="18151C"/>
              </a:gs>
            </a:gsLst>
            <a:lin ang="84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BG" sz="2800" b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SoftUni AI logo">
            <a:extLst>
              <a:ext uri="{FF2B5EF4-FFF2-40B4-BE49-F238E27FC236}">
                <a16:creationId xmlns:a16="http://schemas.microsoft.com/office/drawing/2014/main" id="{B87D1691-87C5-6B09-F808-CDD5E7522A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593" y="164258"/>
            <a:ext cx="757574" cy="710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BAFD53-CDB0-B2A7-0EDA-89517A807F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5311" y="4365104"/>
            <a:ext cx="2319245" cy="2225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F5F20-663E-92E8-A8A3-9940492A1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Additional Resources</a:t>
            </a:r>
            <a:endParaRPr lang="en-US" dirty="0"/>
          </a:p>
        </p:txBody>
      </p:sp>
      <p:sp>
        <p:nvSpPr>
          <p:cNvPr id="6" name="Slide Body Text">
            <a:extLst>
              <a:ext uri="{FF2B5EF4-FFF2-40B4-BE49-F238E27FC236}">
                <a16:creationId xmlns:a16="http://schemas.microsoft.com/office/drawing/2014/main" id="{5B62B853-7F30-21D1-409D-B63DC50CEC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805" y="1216993"/>
            <a:ext cx="11812388" cy="5452367"/>
          </a:xfrm>
        </p:spPr>
        <p:txBody>
          <a:bodyPr/>
          <a:lstStyle>
            <a:lvl1pPr>
              <a:spcBef>
                <a:spcPts val="1200"/>
              </a:spcBef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0B6CEA6-6159-3BE6-1081-F3281822E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6091" y="6507000"/>
            <a:ext cx="367510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14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2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18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13" y="1138844"/>
            <a:ext cx="11804814" cy="553051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2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GB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270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hangingPunct="1">
        <a:spcBef>
          <a:spcPct val="0"/>
        </a:spcBef>
        <a:buNone/>
        <a:defRPr sz="4400" b="1" kern="1200">
          <a:solidFill>
            <a:schemeClr val="bg1">
              <a:lumMod val="20000"/>
              <a:lumOff val="80000"/>
            </a:schemeClr>
          </a:solidFill>
          <a:latin typeface="+mj-lt"/>
          <a:ea typeface="Roboto" panose="02000000000000000000" pitchFamily="2" charset="0"/>
          <a:cs typeface="Montserrat Bold"/>
        </a:defRPr>
      </a:lvl1pPr>
    </p:titleStyle>
    <p:bodyStyle>
      <a:lvl1pPr marL="361950" indent="-361950" algn="l" defTabSz="1218438" rtl="0" eaLnBrk="1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4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80962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2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125730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3000" b="0" i="0" kern="1200">
          <a:solidFill>
            <a:schemeClr val="bg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704975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152650" indent="-361950" algn="l" defTabSz="1218438" rtl="0" eaLnBrk="1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bg1"/>
        </a:buClr>
        <a:buFont typeface="Arial" panose="020B0604020202020204" pitchFamily="34" charset="0"/>
        <a:buChar char="•"/>
        <a:defRPr sz="26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335070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2.png"/><Relationship Id="rId5" Type="http://schemas.openxmlformats.org/officeDocument/2006/relationships/hyperlink" Target="https://g.page/r/Ce995ZPWnX9EEBM/review?utm_source=gbp&amp;utm_medium=reviews&amp;utm_campaign=qr" TargetMode="External"/><Relationship Id="rId4" Type="http://schemas.openxmlformats.org/officeDocument/2006/relationships/image" Target="../media/image6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hyperlink" Target="https://softuni.bg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facebook.com/SoftwareUniversity" TargetMode="External"/><Relationship Id="rId4" Type="http://schemas.openxmlformats.org/officeDocument/2006/relationships/hyperlink" Target="https://softuni.found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62920" y="1127351"/>
            <a:ext cx="10962447" cy="882654"/>
          </a:xfrm>
        </p:spPr>
        <p:txBody>
          <a:bodyPr>
            <a:normAutofit/>
          </a:bodyPr>
          <a:lstStyle/>
          <a:p>
            <a:r>
              <a:rPr lang="bg-BG" dirty="0"/>
              <a:t>По-сложни задачи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2920" y="325161"/>
            <a:ext cx="10962447" cy="882654"/>
          </a:xfrm>
        </p:spPr>
        <p:txBody>
          <a:bodyPr>
            <a:normAutofit/>
          </a:bodyPr>
          <a:lstStyle/>
          <a:p>
            <a:r>
              <a:rPr lang="bg-BG" dirty="0"/>
              <a:t>Работа с вложени цикли</a:t>
            </a:r>
            <a:endParaRPr lang="en-US" dirty="0"/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62920" y="4889292"/>
            <a:ext cx="2950749" cy="506796"/>
          </a:xfrm>
        </p:spPr>
        <p:txBody>
          <a:bodyPr/>
          <a:lstStyle/>
          <a:p>
            <a:pPr algn="l"/>
            <a:r>
              <a:rPr lang="bg-BG" sz="2800" noProof="1"/>
              <a:t>СофтУни</a:t>
            </a:r>
            <a:endParaRPr lang="en-US" sz="2800" noProof="1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704285" y="5202190"/>
            <a:ext cx="3410515" cy="832591"/>
          </a:xfrm>
        </p:spPr>
        <p:txBody>
          <a:bodyPr/>
          <a:lstStyle/>
          <a:p>
            <a:pPr algn="l"/>
            <a:r>
              <a:rPr lang="bg-BG" sz="2400" noProof="1"/>
              <a:t>Преподавателски</a:t>
            </a:r>
            <a:r>
              <a:rPr lang="bg-BG" sz="2400" dirty="0"/>
              <a:t> екип</a:t>
            </a:r>
            <a:endParaRPr lang="en-US" sz="2400" dirty="0"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8534401" y="5739758"/>
            <a:ext cx="2950749" cy="351754"/>
          </a:xfrm>
        </p:spPr>
        <p:txBody>
          <a:bodyPr/>
          <a:lstStyle/>
          <a:p>
            <a:pPr algn="r"/>
            <a:r>
              <a:rPr lang="bg-BG" sz="1800" dirty="0"/>
              <a:t>Софтуерен университет</a:t>
            </a:r>
            <a:endParaRPr lang="en-US" sz="1800" dirty="0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543699" y="6091512"/>
            <a:ext cx="2950749" cy="351754"/>
          </a:xfrm>
        </p:spPr>
        <p:txBody>
          <a:bodyPr/>
          <a:lstStyle/>
          <a:p>
            <a:pPr algn="r"/>
            <a:r>
              <a:rPr lang="en-US" sz="1800" dirty="0">
                <a:hlinkClick r:id="rId3"/>
              </a:rPr>
              <a:t>https://softuni.bg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04095C-79E7-4CBC-9917-91F2847430BB}"/>
              </a:ext>
            </a:extLst>
          </p:cNvPr>
          <p:cNvGrpSpPr/>
          <p:nvPr/>
        </p:nvGrpSpPr>
        <p:grpSpPr>
          <a:xfrm>
            <a:off x="566633" y="1812259"/>
            <a:ext cx="3061020" cy="2920584"/>
            <a:chOff x="455612" y="2140110"/>
            <a:chExt cx="2577780" cy="25777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295C21-26AA-4538-83D4-BBE633CFD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0800000">
              <a:off x="455612" y="2140110"/>
              <a:ext cx="2577780" cy="257778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720A59-A0AE-4D89-B506-865D760D4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92061">
              <a:off x="1079351" y="2797837"/>
              <a:ext cx="1268553" cy="1268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355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0291A6BC-6440-44C6-8AAD-FA883D426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6844234" cy="3938525"/>
          </a:xfrm>
        </p:spPr>
        <p:txBody>
          <a:bodyPr vert="horz" lIns="108000" tIns="36000" rIns="108000" bIns="3600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sz="4400" dirty="0"/>
              <a:t>Преговор</a:t>
            </a:r>
          </a:p>
          <a:p>
            <a:pPr marL="514350" indent="-514350">
              <a:buFont typeface="+mj-lt"/>
              <a:buAutoNum type="arabicPeriod"/>
            </a:pPr>
            <a:r>
              <a:rPr lang="bg-BG" sz="4400" dirty="0"/>
              <a:t>Вложени цикли</a:t>
            </a:r>
          </a:p>
          <a:p>
            <a:pPr marL="514350" indent="-514350">
              <a:buFont typeface="+mj-lt"/>
              <a:buAutoNum type="arabicPeriod"/>
            </a:pPr>
            <a:r>
              <a:rPr lang="bg-BG" sz="4400" dirty="0"/>
              <a:t>Решаване на задачи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</p:spTree>
    <p:extLst>
      <p:ext uri="{BB962C8B-B14F-4D97-AF65-F5344CB8AC3E}">
        <p14:creationId xmlns:p14="http://schemas.microsoft.com/office/powerpoint/2010/main" val="40469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1801-D3E8-4DA1-8ECA-E240C59BACA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Преговор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522B8-BBE1-4A94-B084-B549F5632E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159" y="1385091"/>
            <a:ext cx="2539682" cy="253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0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Колко</a:t>
            </a:r>
            <a:r>
              <a:rPr lang="en-US" dirty="0"/>
              <a:t> </a:t>
            </a:r>
            <a:r>
              <a:rPr lang="bg-BG" dirty="0"/>
              <a:t>пъти</a:t>
            </a:r>
            <a:r>
              <a:rPr lang="en-US" dirty="0"/>
              <a:t> </a:t>
            </a:r>
            <a:r>
              <a:rPr lang="bg-BG" dirty="0"/>
              <a:t>ще</a:t>
            </a:r>
            <a:r>
              <a:rPr lang="en-US" dirty="0"/>
              <a:t> се </a:t>
            </a:r>
            <a:r>
              <a:rPr lang="bg-BG" dirty="0"/>
              <a:t>изпише</a:t>
            </a:r>
            <a:r>
              <a:rPr lang="en-US" dirty="0"/>
              <a:t> "SoftUni" </a:t>
            </a:r>
            <a:r>
              <a:rPr lang="bg-BG" dirty="0"/>
              <a:t>на</a:t>
            </a:r>
            <a:r>
              <a:rPr lang="en-US" dirty="0"/>
              <a:t> </a:t>
            </a:r>
            <a:r>
              <a:rPr lang="bg-BG" dirty="0"/>
              <a:t>конзолата</a:t>
            </a:r>
            <a:r>
              <a:rPr lang="en-US" dirty="0"/>
              <a:t> </a:t>
            </a:r>
            <a:r>
              <a:rPr lang="bg-BG" dirty="0"/>
              <a:t>след</a:t>
            </a:r>
            <a:r>
              <a:rPr lang="en-US" dirty="0"/>
              <a:t> </a:t>
            </a:r>
            <a:br>
              <a:rPr lang="en-US" dirty="0"/>
            </a:br>
            <a:r>
              <a:rPr lang="bg-BG" dirty="0"/>
              <a:t>изпълнението</a:t>
            </a:r>
            <a:r>
              <a:rPr lang="en-US" dirty="0"/>
              <a:t> </a:t>
            </a:r>
            <a:r>
              <a:rPr lang="bg-BG" dirty="0"/>
              <a:t>на</a:t>
            </a:r>
            <a:r>
              <a:rPr lang="en-US" dirty="0"/>
              <a:t> </a:t>
            </a:r>
            <a:r>
              <a:rPr lang="bg-BG" dirty="0"/>
              <a:t>следния</a:t>
            </a:r>
            <a:r>
              <a:rPr lang="en-US" dirty="0"/>
              <a:t> </a:t>
            </a:r>
            <a:r>
              <a:rPr lang="bg-BG" dirty="0"/>
              <a:t>код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6285" y="2466149"/>
            <a:ext cx="4569715" cy="2403323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err="1"/>
              <a:t>i</a:t>
            </a:r>
            <a:r>
              <a:rPr lang="en-US" sz="2800" dirty="0"/>
              <a:t> = 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while </a:t>
            </a:r>
            <a:r>
              <a:rPr lang="en-US" sz="2800" dirty="0" err="1"/>
              <a:t>i</a:t>
            </a:r>
            <a:r>
              <a:rPr lang="en-US" sz="2800" dirty="0"/>
              <a:t> &lt;= 5: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print("SoftUni")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</a:t>
            </a:r>
            <a:r>
              <a:rPr lang="en-US" sz="2800" dirty="0" err="1"/>
              <a:t>i</a:t>
            </a:r>
            <a:r>
              <a:rPr lang="en-US" sz="2800" dirty="0"/>
              <a:t> += 1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9252920" y="4235979"/>
            <a:ext cx="2715010" cy="1266985"/>
            <a:chOff x="1047227" y="4098001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34999"/>
                <a:gd name="adj2" fmla="val 68516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8519" y="4509312"/>
              <a:ext cx="5204848" cy="127157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4</a:t>
              </a:r>
              <a:endParaRPr lang="en-US" sz="4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431073" y="4251796"/>
            <a:ext cx="2889113" cy="1758250"/>
            <a:chOff x="4997283" y="4570824"/>
            <a:chExt cx="3592286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4997283" y="5295185"/>
              <a:ext cx="3375809" cy="1070967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 algn="ctr"/>
              <a:r>
                <a:rPr lang="en-US" sz="3600" b="1" dirty="0">
                  <a:solidFill>
                    <a:schemeClr val="bg2"/>
                  </a:solidFill>
                </a:rPr>
                <a:t>6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5868818" y="2529390"/>
            <a:ext cx="2542135" cy="1266985"/>
            <a:chOff x="1063130" y="3246971"/>
            <a:chExt cx="4128109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120607" y="3496605"/>
              <a:ext cx="4070632" cy="101547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5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9097307" y="2172327"/>
            <a:ext cx="2515845" cy="1207412"/>
            <a:chOff x="8940828" y="2302916"/>
            <a:chExt cx="3037711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8940828" y="2573456"/>
              <a:ext cx="3037711" cy="76889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0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29D300C5-B575-4125-B4AD-632626DDE44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8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1618" y="1210548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bg-BG" dirty="0"/>
              <a:t>Колко</a:t>
            </a:r>
            <a:r>
              <a:rPr lang="en-US" dirty="0"/>
              <a:t> </a:t>
            </a:r>
            <a:r>
              <a:rPr lang="bg-BG" dirty="0"/>
              <a:t>пъти</a:t>
            </a:r>
            <a:r>
              <a:rPr lang="en-US" dirty="0"/>
              <a:t> </a:t>
            </a:r>
            <a:r>
              <a:rPr lang="bg-BG" dirty="0"/>
              <a:t>ще</a:t>
            </a:r>
            <a:r>
              <a:rPr lang="en-US" dirty="0"/>
              <a:t> се </a:t>
            </a:r>
            <a:r>
              <a:rPr lang="bg-BG" dirty="0"/>
              <a:t>изпише</a:t>
            </a:r>
            <a:r>
              <a:rPr lang="en-US" dirty="0"/>
              <a:t> "SoftUni" </a:t>
            </a:r>
            <a:r>
              <a:rPr lang="bg-BG" dirty="0"/>
              <a:t>на</a:t>
            </a:r>
            <a:r>
              <a:rPr lang="en-US" dirty="0"/>
              <a:t> </a:t>
            </a:r>
            <a:r>
              <a:rPr lang="bg-BG" dirty="0"/>
              <a:t>конзолата</a:t>
            </a:r>
            <a:r>
              <a:rPr lang="en-US" dirty="0"/>
              <a:t> </a:t>
            </a:r>
            <a:r>
              <a:rPr lang="bg-BG" dirty="0"/>
              <a:t>след</a:t>
            </a:r>
            <a:r>
              <a:rPr lang="en-US" dirty="0"/>
              <a:t> </a:t>
            </a:r>
            <a:br>
              <a:rPr lang="en-US" dirty="0"/>
            </a:br>
            <a:r>
              <a:rPr lang="bg-BG" dirty="0"/>
              <a:t>изпълнението</a:t>
            </a:r>
            <a:r>
              <a:rPr lang="en-US" dirty="0"/>
              <a:t> </a:t>
            </a:r>
            <a:r>
              <a:rPr lang="bg-BG" dirty="0"/>
              <a:t>на</a:t>
            </a:r>
            <a:r>
              <a:rPr lang="en-US" dirty="0"/>
              <a:t> </a:t>
            </a:r>
            <a:r>
              <a:rPr lang="bg-BG" dirty="0"/>
              <a:t>следния</a:t>
            </a:r>
            <a:r>
              <a:rPr lang="en-US" dirty="0"/>
              <a:t> </a:t>
            </a:r>
            <a:r>
              <a:rPr lang="bg-BG" dirty="0"/>
              <a:t>код</a:t>
            </a:r>
            <a:r>
              <a:rPr lang="en-US" dirty="0"/>
              <a:t>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168" y="2514601"/>
            <a:ext cx="4420831" cy="2988098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err="1"/>
              <a:t>i</a:t>
            </a:r>
            <a:r>
              <a:rPr lang="en-US" sz="2800" dirty="0"/>
              <a:t> = 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while </a:t>
            </a:r>
            <a:r>
              <a:rPr lang="en-US" sz="2800" dirty="0" err="1"/>
              <a:t>i</a:t>
            </a:r>
            <a:r>
              <a:rPr lang="en-US" sz="2800" dirty="0"/>
              <a:t> == 0: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print("SoftUni")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if </a:t>
            </a:r>
            <a:r>
              <a:rPr lang="en-US" sz="2800" dirty="0" err="1"/>
              <a:t>i</a:t>
            </a:r>
            <a:r>
              <a:rPr lang="en-US" sz="2800" dirty="0"/>
              <a:t> == 1: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    break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554022" y="4106791"/>
            <a:ext cx="3458403" cy="1921317"/>
            <a:chOff x="4865185" y="4659415"/>
            <a:chExt cx="3743045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14317" y="4659415"/>
              <a:ext cx="3048000" cy="2438818"/>
            </a:xfrm>
            <a:prstGeom prst="wedgeEllipseCallout">
              <a:avLst>
                <a:gd name="adj1" fmla="val -13814"/>
                <a:gd name="adj2" fmla="val 65114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4865185" y="5422180"/>
              <a:ext cx="3743045" cy="9771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 algn="ctr"/>
              <a:r>
                <a:rPr lang="bg-BG" sz="3600" b="1" dirty="0">
                  <a:solidFill>
                    <a:schemeClr val="bg2"/>
                  </a:solidFill>
                </a:rPr>
                <a:t>100000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5927242" y="2750408"/>
            <a:ext cx="2771670" cy="1104559"/>
            <a:chOff x="874338" y="1992405"/>
            <a:chExt cx="4114800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5"/>
              <a:ext cx="4114800" cy="1493675"/>
            </a:xfrm>
            <a:prstGeom prst="wedgeRoundRectCallout">
              <a:avLst>
                <a:gd name="adj1" fmla="val 31702"/>
                <a:gd name="adj2" fmla="val 86479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8506" y="2269412"/>
              <a:ext cx="4070632" cy="107783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0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9097026" y="2222864"/>
            <a:ext cx="2812466" cy="1180237"/>
            <a:chOff x="8946606" y="2302916"/>
            <a:chExt cx="3037711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8946606" y="2575623"/>
              <a:ext cx="3037711" cy="78659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1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5705767" y="4595612"/>
            <a:ext cx="2722115" cy="1318666"/>
            <a:chOff x="970436" y="4120503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970436" y="4120503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432440" y="4212314"/>
              <a:ext cx="4843423" cy="1852231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bg-BG" sz="3000" dirty="0"/>
                <a:t>Безброй много пъти</a:t>
              </a:r>
              <a:endParaRPr lang="en-US" sz="3000" dirty="0"/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B91DB1DA-A250-460A-8929-356C22964A9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61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bg-BG" dirty="0"/>
              <a:t>Какъв</a:t>
            </a:r>
            <a:r>
              <a:rPr lang="en-US" dirty="0"/>
              <a:t> </a:t>
            </a:r>
            <a:r>
              <a:rPr lang="bg-BG" dirty="0"/>
              <a:t>ще</a:t>
            </a:r>
            <a:r>
              <a:rPr lang="en-US" dirty="0"/>
              <a:t> е </a:t>
            </a:r>
            <a:r>
              <a:rPr lang="bg-BG" dirty="0"/>
              <a:t>резултатът</a:t>
            </a:r>
            <a:r>
              <a:rPr lang="en-US" dirty="0"/>
              <a:t> </a:t>
            </a:r>
            <a:r>
              <a:rPr lang="bg-BG" dirty="0"/>
              <a:t>от</a:t>
            </a:r>
            <a:r>
              <a:rPr lang="en-US" dirty="0"/>
              <a:t> </a:t>
            </a:r>
            <a:r>
              <a:rPr lang="bg-BG" dirty="0"/>
              <a:t>изпълнението</a:t>
            </a:r>
            <a:r>
              <a:rPr lang="en-US" dirty="0"/>
              <a:t> </a:t>
            </a:r>
            <a:r>
              <a:rPr lang="bg-BG" dirty="0"/>
              <a:t>на</a:t>
            </a:r>
            <a:r>
              <a:rPr lang="en-US" dirty="0"/>
              <a:t> </a:t>
            </a:r>
            <a:r>
              <a:rPr lang="bg-BG" dirty="0"/>
              <a:t>следния</a:t>
            </a:r>
            <a:r>
              <a:rPr lang="en-US" dirty="0"/>
              <a:t> </a:t>
            </a:r>
            <a:r>
              <a:rPr lang="bg-BG" dirty="0"/>
              <a:t>код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endParaRPr lang="en-US" u="sng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41" y="2249982"/>
            <a:ext cx="4980105" cy="2988098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 err="1"/>
              <a:t>i</a:t>
            </a:r>
            <a:r>
              <a:rPr lang="en-US" sz="2800" dirty="0"/>
              <a:t> = 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while </a:t>
            </a:r>
            <a:r>
              <a:rPr lang="en-US" sz="2800" dirty="0" err="1"/>
              <a:t>i</a:t>
            </a:r>
            <a:r>
              <a:rPr lang="en-US" sz="2800" dirty="0"/>
              <a:t> &lt;= 6: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</a:t>
            </a:r>
            <a:r>
              <a:rPr lang="en-US" sz="2800" dirty="0" err="1"/>
              <a:t>i</a:t>
            </a:r>
            <a:r>
              <a:rPr lang="en-US" sz="2800" dirty="0"/>
              <a:t> += 1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if </a:t>
            </a:r>
            <a:r>
              <a:rPr lang="en-US" sz="2800" dirty="0" err="1"/>
              <a:t>i</a:t>
            </a:r>
            <a:r>
              <a:rPr lang="en-US" sz="2800" dirty="0"/>
              <a:t> % 2 == 0: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    print(</a:t>
            </a:r>
            <a:r>
              <a:rPr lang="en-US" sz="2800" dirty="0" err="1"/>
              <a:t>i</a:t>
            </a:r>
            <a:r>
              <a:rPr lang="en-US" sz="2800" dirty="0"/>
              <a:t>, end="")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2D9BF5-3606-40BC-9C72-63575C76D63C}"/>
              </a:ext>
            </a:extLst>
          </p:cNvPr>
          <p:cNvGrpSpPr/>
          <p:nvPr/>
        </p:nvGrpSpPr>
        <p:grpSpPr>
          <a:xfrm>
            <a:off x="5789652" y="3873068"/>
            <a:ext cx="3020733" cy="1842391"/>
            <a:chOff x="4853226" y="4595686"/>
            <a:chExt cx="3783702" cy="2438818"/>
          </a:xfrm>
        </p:grpSpPr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CC57E8B7-E879-4617-9D4B-210974D1DB6A}"/>
                </a:ext>
              </a:extLst>
            </p:cNvPr>
            <p:cNvSpPr/>
            <p:nvPr/>
          </p:nvSpPr>
          <p:spPr bwMode="auto">
            <a:xfrm>
              <a:off x="5588928" y="4595686"/>
              <a:ext cx="3048000" cy="2438818"/>
            </a:xfrm>
            <a:prstGeom prst="wedgeEllipseCallout">
              <a:avLst>
                <a:gd name="adj1" fmla="val 29375"/>
                <a:gd name="adj2" fmla="val 53419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62FC28-FF3C-4E23-AEE6-59F9AA394F89}"/>
                </a:ext>
              </a:extLst>
            </p:cNvPr>
            <p:cNvSpPr txBox="1"/>
            <p:nvPr/>
          </p:nvSpPr>
          <p:spPr>
            <a:xfrm>
              <a:off x="4853226" y="5367535"/>
              <a:ext cx="3743045" cy="94057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 algn="ctr"/>
              <a:r>
                <a:rPr lang="en-US" sz="3200" b="1" dirty="0">
                  <a:solidFill>
                    <a:schemeClr val="bg2"/>
                  </a:solidFill>
                </a:rPr>
                <a:t>246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3B933C-4BA7-483C-A696-93986F648407}"/>
              </a:ext>
            </a:extLst>
          </p:cNvPr>
          <p:cNvGrpSpPr/>
          <p:nvPr/>
        </p:nvGrpSpPr>
        <p:grpSpPr>
          <a:xfrm>
            <a:off x="8991960" y="2928232"/>
            <a:ext cx="2771670" cy="1104559"/>
            <a:chOff x="1008089" y="2104975"/>
            <a:chExt cx="4114800" cy="1493675"/>
          </a:xfrm>
        </p:grpSpPr>
        <p:sp>
          <p:nvSpPr>
            <p:cNvPr id="23" name="Speech Bubble: Rectangle with Corners Rounded 22">
              <a:extLst>
                <a:ext uri="{FF2B5EF4-FFF2-40B4-BE49-F238E27FC236}">
                  <a16:creationId xmlns:a16="http://schemas.microsoft.com/office/drawing/2014/main" id="{7AD3BD54-09DF-462B-A1B2-0DDF970D89C8}"/>
                </a:ext>
              </a:extLst>
            </p:cNvPr>
            <p:cNvSpPr/>
            <p:nvPr/>
          </p:nvSpPr>
          <p:spPr bwMode="auto">
            <a:xfrm>
              <a:off x="1008089" y="2104975"/>
              <a:ext cx="4114800" cy="1493675"/>
            </a:xfrm>
            <a:prstGeom prst="wedgeRoundRectCallout">
              <a:avLst>
                <a:gd name="adj1" fmla="val -30116"/>
                <a:gd name="adj2" fmla="val 76834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E7ADB4-3E34-417A-961A-4EEE13057622}"/>
                </a:ext>
              </a:extLst>
            </p:cNvPr>
            <p:cNvSpPr txBox="1"/>
            <p:nvPr/>
          </p:nvSpPr>
          <p:spPr>
            <a:xfrm>
              <a:off x="1023541" y="2269410"/>
              <a:ext cx="4070632" cy="116480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24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37FCC3-68D0-4E88-A413-0F04A87AFEE4}"/>
              </a:ext>
            </a:extLst>
          </p:cNvPr>
          <p:cNvGrpSpPr/>
          <p:nvPr/>
        </p:nvGrpSpPr>
        <p:grpSpPr>
          <a:xfrm>
            <a:off x="8921355" y="4794263"/>
            <a:ext cx="2812466" cy="1180237"/>
            <a:chOff x="8946606" y="2302916"/>
            <a:chExt cx="3037711" cy="1266985"/>
          </a:xfrm>
          <a:effectLst>
            <a:glow>
              <a:schemeClr val="accent1"/>
            </a:glow>
          </a:effectLst>
        </p:grpSpPr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AE3DB253-AE01-401B-B1D8-034E2D603DF8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A7985E-99E5-4DC6-B081-6DE6AFA9D53D}"/>
                </a:ext>
              </a:extLst>
            </p:cNvPr>
            <p:cNvSpPr txBox="1"/>
            <p:nvPr/>
          </p:nvSpPr>
          <p:spPr>
            <a:xfrm>
              <a:off x="8946606" y="2575623"/>
              <a:ext cx="3037711" cy="78659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123456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2DBDB2-22D1-4578-AB8F-029FBF9A1CAB}"/>
              </a:ext>
            </a:extLst>
          </p:cNvPr>
          <p:cNvGrpSpPr/>
          <p:nvPr/>
        </p:nvGrpSpPr>
        <p:grpSpPr>
          <a:xfrm>
            <a:off x="6088270" y="2161845"/>
            <a:ext cx="2722115" cy="1318666"/>
            <a:chOff x="970436" y="4120503"/>
            <a:chExt cx="5767434" cy="2021280"/>
          </a:xfrm>
          <a:solidFill>
            <a:srgbClr val="60BFB7"/>
          </a:solidFill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0E6F8B1B-9AD4-429C-8EE3-85FEBEBBCBA8}"/>
                </a:ext>
              </a:extLst>
            </p:cNvPr>
            <p:cNvSpPr/>
            <p:nvPr/>
          </p:nvSpPr>
          <p:spPr bwMode="auto">
            <a:xfrm>
              <a:off x="970436" y="4120503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6957D2-59EF-4440-884E-94418FF86896}"/>
                </a:ext>
              </a:extLst>
            </p:cNvPr>
            <p:cNvSpPr txBox="1"/>
            <p:nvPr/>
          </p:nvSpPr>
          <p:spPr>
            <a:xfrm>
              <a:off x="1594159" y="4485831"/>
              <a:ext cx="4403112" cy="122173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024</a:t>
              </a:r>
            </a:p>
          </p:txBody>
        </p:sp>
      </p:grpSp>
      <p:sp>
        <p:nvSpPr>
          <p:cNvPr id="17" name="Slide Number">
            <a:extLst>
              <a:ext uri="{FF2B5EF4-FFF2-40B4-BE49-F238E27FC236}">
                <a16:creationId xmlns:a16="http://schemas.microsoft.com/office/drawing/2014/main" id="{DA8C06D2-885F-48C4-B599-13ABCA94E58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0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r>
              <a:rPr lang="en-US"/>
              <a:t>4. </a:t>
            </a:r>
            <a:r>
              <a:rPr lang="bg-BG"/>
              <a:t>Какъв</a:t>
            </a:r>
            <a:r>
              <a:rPr lang="en-US" dirty="0"/>
              <a:t> </a:t>
            </a:r>
            <a:r>
              <a:rPr lang="bg-BG" dirty="0"/>
              <a:t>ще</a:t>
            </a:r>
            <a:r>
              <a:rPr lang="en-US" dirty="0"/>
              <a:t> е </a:t>
            </a:r>
            <a:r>
              <a:rPr lang="bg-BG" dirty="0"/>
              <a:t>резултатът</a:t>
            </a:r>
            <a:r>
              <a:rPr lang="en-US" dirty="0"/>
              <a:t> </a:t>
            </a:r>
            <a:r>
              <a:rPr lang="bg-BG" dirty="0"/>
              <a:t>от</a:t>
            </a:r>
            <a:r>
              <a:rPr lang="en-US" dirty="0"/>
              <a:t> </a:t>
            </a:r>
            <a:r>
              <a:rPr lang="bg-BG" dirty="0"/>
              <a:t>изпълнението</a:t>
            </a:r>
            <a:r>
              <a:rPr lang="en-US" dirty="0"/>
              <a:t> </a:t>
            </a:r>
            <a:r>
              <a:rPr lang="bg-BG" dirty="0"/>
              <a:t>на</a:t>
            </a:r>
            <a:r>
              <a:rPr lang="en-US" dirty="0"/>
              <a:t> </a:t>
            </a:r>
            <a:r>
              <a:rPr lang="bg-BG" dirty="0"/>
              <a:t>следния</a:t>
            </a:r>
            <a:r>
              <a:rPr lang="en-US" dirty="0"/>
              <a:t> </a:t>
            </a:r>
            <a:r>
              <a:rPr lang="bg-BG" dirty="0"/>
              <a:t>код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endParaRPr lang="en-US" u="sng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000" y="2064045"/>
            <a:ext cx="2988275" cy="3726762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/>
              <a:t>i</a:t>
            </a:r>
            <a:r>
              <a:rPr lang="en-US" sz="2400" dirty="0"/>
              <a:t> = 0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while </a:t>
            </a:r>
            <a:r>
              <a:rPr lang="en-US" sz="2400" dirty="0" err="1"/>
              <a:t>i</a:t>
            </a:r>
            <a:r>
              <a:rPr lang="en-US" sz="2400" dirty="0"/>
              <a:t> &lt; 5: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if </a:t>
            </a:r>
            <a:r>
              <a:rPr lang="en-US" sz="2400" dirty="0" err="1"/>
              <a:t>i</a:t>
            </a:r>
            <a:r>
              <a:rPr lang="en-US" sz="2400" dirty="0"/>
              <a:t> == 0: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  print(</a:t>
            </a:r>
            <a:r>
              <a:rPr lang="en-US" sz="2400" dirty="0" err="1"/>
              <a:t>i</a:t>
            </a:r>
            <a:r>
              <a:rPr lang="en-US" sz="2400" dirty="0"/>
              <a:t>) 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  break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 += 1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2D9BF5-3606-40BC-9C72-63575C76D63C}"/>
              </a:ext>
            </a:extLst>
          </p:cNvPr>
          <p:cNvGrpSpPr/>
          <p:nvPr/>
        </p:nvGrpSpPr>
        <p:grpSpPr>
          <a:xfrm>
            <a:off x="5340382" y="4374000"/>
            <a:ext cx="3020733" cy="1842391"/>
            <a:chOff x="4853226" y="4595686"/>
            <a:chExt cx="3783702" cy="2438818"/>
          </a:xfrm>
        </p:grpSpPr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CC57E8B7-E879-4617-9D4B-210974D1DB6A}"/>
                </a:ext>
              </a:extLst>
            </p:cNvPr>
            <p:cNvSpPr/>
            <p:nvPr/>
          </p:nvSpPr>
          <p:spPr bwMode="auto">
            <a:xfrm>
              <a:off x="5588928" y="4595686"/>
              <a:ext cx="3048000" cy="2438818"/>
            </a:xfrm>
            <a:prstGeom prst="wedgeEllipseCallout">
              <a:avLst>
                <a:gd name="adj1" fmla="val 29375"/>
                <a:gd name="adj2" fmla="val 53419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62FC28-FF3C-4E23-AEE6-59F9AA394F89}"/>
                </a:ext>
              </a:extLst>
            </p:cNvPr>
            <p:cNvSpPr txBox="1"/>
            <p:nvPr/>
          </p:nvSpPr>
          <p:spPr>
            <a:xfrm>
              <a:off x="4853226" y="5367535"/>
              <a:ext cx="3743045" cy="94057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 algn="ctr"/>
              <a:r>
                <a:rPr lang="en-US" sz="3200" b="1" dirty="0">
                  <a:solidFill>
                    <a:schemeClr val="bg2"/>
                  </a:solidFill>
                </a:rPr>
                <a:t>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3B933C-4BA7-483C-A696-93986F648407}"/>
              </a:ext>
            </a:extLst>
          </p:cNvPr>
          <p:cNvGrpSpPr/>
          <p:nvPr/>
        </p:nvGrpSpPr>
        <p:grpSpPr>
          <a:xfrm>
            <a:off x="8981360" y="2361566"/>
            <a:ext cx="2771670" cy="1104559"/>
            <a:chOff x="1008089" y="2104975"/>
            <a:chExt cx="4114800" cy="1493675"/>
          </a:xfrm>
        </p:grpSpPr>
        <p:sp>
          <p:nvSpPr>
            <p:cNvPr id="23" name="Speech Bubble: Rectangle with Corners Rounded 22">
              <a:extLst>
                <a:ext uri="{FF2B5EF4-FFF2-40B4-BE49-F238E27FC236}">
                  <a16:creationId xmlns:a16="http://schemas.microsoft.com/office/drawing/2014/main" id="{7AD3BD54-09DF-462B-A1B2-0DDF970D89C8}"/>
                </a:ext>
              </a:extLst>
            </p:cNvPr>
            <p:cNvSpPr/>
            <p:nvPr/>
          </p:nvSpPr>
          <p:spPr bwMode="auto">
            <a:xfrm>
              <a:off x="1008089" y="2104975"/>
              <a:ext cx="4114800" cy="1493675"/>
            </a:xfrm>
            <a:prstGeom prst="wedgeRoundRectCallout">
              <a:avLst>
                <a:gd name="adj1" fmla="val -30116"/>
                <a:gd name="adj2" fmla="val 76834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E7ADB4-3E34-417A-961A-4EEE13057622}"/>
                </a:ext>
              </a:extLst>
            </p:cNvPr>
            <p:cNvSpPr txBox="1"/>
            <p:nvPr/>
          </p:nvSpPr>
          <p:spPr>
            <a:xfrm>
              <a:off x="1023541" y="2269410"/>
              <a:ext cx="4070632" cy="116480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Error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37FCC3-68D0-4E88-A413-0F04A87AFEE4}"/>
              </a:ext>
            </a:extLst>
          </p:cNvPr>
          <p:cNvGrpSpPr/>
          <p:nvPr/>
        </p:nvGrpSpPr>
        <p:grpSpPr>
          <a:xfrm>
            <a:off x="8991768" y="4309329"/>
            <a:ext cx="2812466" cy="1180237"/>
            <a:chOff x="8946606" y="2302916"/>
            <a:chExt cx="3037711" cy="1266985"/>
          </a:xfrm>
          <a:effectLst>
            <a:glow>
              <a:schemeClr val="accent1"/>
            </a:glow>
          </a:effectLst>
        </p:grpSpPr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AE3DB253-AE01-401B-B1D8-034E2D603DF8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A7985E-99E5-4DC6-B081-6DE6AFA9D53D}"/>
                </a:ext>
              </a:extLst>
            </p:cNvPr>
            <p:cNvSpPr txBox="1"/>
            <p:nvPr/>
          </p:nvSpPr>
          <p:spPr>
            <a:xfrm>
              <a:off x="8946606" y="2575623"/>
              <a:ext cx="3037711" cy="78659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01234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2DBDB2-22D1-4578-AB8F-029FBF9A1CAB}"/>
              </a:ext>
            </a:extLst>
          </p:cNvPr>
          <p:cNvGrpSpPr/>
          <p:nvPr/>
        </p:nvGrpSpPr>
        <p:grpSpPr>
          <a:xfrm>
            <a:off x="5646000" y="2161845"/>
            <a:ext cx="2722115" cy="1318666"/>
            <a:chOff x="970436" y="4120503"/>
            <a:chExt cx="5767434" cy="2021280"/>
          </a:xfrm>
          <a:solidFill>
            <a:srgbClr val="60BFB7"/>
          </a:solidFill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0E6F8B1B-9AD4-429C-8EE3-85FEBEBBCBA8}"/>
                </a:ext>
              </a:extLst>
            </p:cNvPr>
            <p:cNvSpPr/>
            <p:nvPr/>
          </p:nvSpPr>
          <p:spPr bwMode="auto">
            <a:xfrm>
              <a:off x="970436" y="4120503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6957D2-59EF-4440-884E-94418FF86896}"/>
                </a:ext>
              </a:extLst>
            </p:cNvPr>
            <p:cNvSpPr txBox="1"/>
            <p:nvPr/>
          </p:nvSpPr>
          <p:spPr>
            <a:xfrm>
              <a:off x="1594159" y="4485831"/>
              <a:ext cx="4403112" cy="122173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1</a:t>
              </a:r>
            </a:p>
          </p:txBody>
        </p:sp>
      </p:grpSp>
      <p:sp>
        <p:nvSpPr>
          <p:cNvPr id="17" name="Slide Number">
            <a:extLst>
              <a:ext uri="{FF2B5EF4-FFF2-40B4-BE49-F238E27FC236}">
                <a16:creationId xmlns:a16="http://schemas.microsoft.com/office/drawing/2014/main" id="{B76D1CB0-C3FC-4E61-B6E0-4E2EC5E3655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5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3C239-8BCD-4FFC-A8DF-04475135E074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Вложени цикли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9CF4C5-39F7-4CEB-A8D3-302686136A1F}"/>
              </a:ext>
            </a:extLst>
          </p:cNvPr>
          <p:cNvGrpSpPr/>
          <p:nvPr/>
        </p:nvGrpSpPr>
        <p:grpSpPr>
          <a:xfrm>
            <a:off x="4866920" y="1160905"/>
            <a:ext cx="2458160" cy="2880512"/>
            <a:chOff x="4513972" y="1066800"/>
            <a:chExt cx="3160879" cy="36576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13972" y="1066800"/>
              <a:ext cx="3160879" cy="3657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909E1B-F4B2-47FB-B9DF-4954ED465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7612" y="1524000"/>
              <a:ext cx="1504950" cy="1504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30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88967E-D47D-41DC-8E0C-FC79CE7D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 – часовник</a:t>
            </a:r>
            <a:endParaRPr lang="en-US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0AEDD33-4E4E-4C38-A5FD-5D773DC29594}"/>
              </a:ext>
            </a:extLst>
          </p:cNvPr>
          <p:cNvGrpSpPr/>
          <p:nvPr/>
        </p:nvGrpSpPr>
        <p:grpSpPr>
          <a:xfrm>
            <a:off x="4003735" y="2806538"/>
            <a:ext cx="4184530" cy="1798710"/>
            <a:chOff x="1415038" y="3984977"/>
            <a:chExt cx="4184530" cy="179871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43B36F2B-9FF5-42C2-B534-243AEFFA7411}"/>
                </a:ext>
              </a:extLst>
            </p:cNvPr>
            <p:cNvGrpSpPr/>
            <p:nvPr/>
          </p:nvGrpSpPr>
          <p:grpSpPr>
            <a:xfrm>
              <a:off x="3022998" y="4631552"/>
              <a:ext cx="240123" cy="691084"/>
              <a:chOff x="2232041" y="1882891"/>
              <a:chExt cx="240123" cy="691084"/>
            </a:xfrm>
          </p:grpSpPr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6C294959-7E7E-4297-9B0C-C97D9EF7D3C5}"/>
                  </a:ext>
                </a:extLst>
              </p:cNvPr>
              <p:cNvSpPr/>
              <p:nvPr/>
            </p:nvSpPr>
            <p:spPr bwMode="auto">
              <a:xfrm>
                <a:off x="2232041" y="1882891"/>
                <a:ext cx="240123" cy="239918"/>
              </a:xfrm>
              <a:prstGeom prst="flowChartTerminator">
                <a:avLst/>
              </a:prstGeom>
              <a:solidFill>
                <a:schemeClr val="tx2"/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Flowchart: Terminator 26">
                <a:extLst>
                  <a:ext uri="{FF2B5EF4-FFF2-40B4-BE49-F238E27FC236}">
                    <a16:creationId xmlns:a16="http://schemas.microsoft.com/office/drawing/2014/main" id="{5746FD3A-D192-43AB-BB93-ABE67F09AAD7}"/>
                  </a:ext>
                </a:extLst>
              </p:cNvPr>
              <p:cNvSpPr/>
              <p:nvPr/>
            </p:nvSpPr>
            <p:spPr bwMode="auto">
              <a:xfrm>
                <a:off x="2232041" y="2334057"/>
                <a:ext cx="240123" cy="239918"/>
              </a:xfrm>
              <a:prstGeom prst="flowChartTerminator">
                <a:avLst/>
              </a:prstGeom>
              <a:solidFill>
                <a:schemeClr val="tx2"/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ED7CE23-383F-4DC7-B2C2-B06B5E9FF118}"/>
                </a:ext>
              </a:extLst>
            </p:cNvPr>
            <p:cNvGrpSpPr/>
            <p:nvPr/>
          </p:nvGrpSpPr>
          <p:grpSpPr>
            <a:xfrm>
              <a:off x="3410501" y="3990749"/>
              <a:ext cx="1011294" cy="1792938"/>
              <a:chOff x="6471234" y="2288125"/>
              <a:chExt cx="1011294" cy="1771058"/>
            </a:xfrm>
            <a:solidFill>
              <a:schemeClr val="tx1"/>
            </a:solidFill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32296944-92A3-4B90-908B-B22DD75967DE}"/>
                  </a:ext>
                </a:extLst>
              </p:cNvPr>
              <p:cNvGrpSpPr/>
              <p:nvPr/>
            </p:nvGrpSpPr>
            <p:grpSpPr>
              <a:xfrm>
                <a:off x="6638159" y="2288125"/>
                <a:ext cx="685800" cy="1771058"/>
                <a:chOff x="4298124" y="3303669"/>
                <a:chExt cx="685800" cy="1771058"/>
              </a:xfrm>
              <a:grpFill/>
            </p:grpSpPr>
            <p:sp>
              <p:nvSpPr>
                <p:cNvPr id="73" name="Flowchart: Preparation 72">
                  <a:extLst>
                    <a:ext uri="{FF2B5EF4-FFF2-40B4-BE49-F238E27FC236}">
                      <a16:creationId xmlns:a16="http://schemas.microsoft.com/office/drawing/2014/main" id="{E0913216-C3EE-4223-A6EB-B054ACFB3288}"/>
                    </a:ext>
                  </a:extLst>
                </p:cNvPr>
                <p:cNvSpPr/>
                <p:nvPr/>
              </p:nvSpPr>
              <p:spPr bwMode="auto">
                <a:xfrm>
                  <a:off x="4298124" y="4834605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6" name="Flowchart: Preparation 75">
                  <a:extLst>
                    <a:ext uri="{FF2B5EF4-FFF2-40B4-BE49-F238E27FC236}">
                      <a16:creationId xmlns:a16="http://schemas.microsoft.com/office/drawing/2014/main" id="{84D9FFAA-DE88-4906-AD43-A25D0990DBE0}"/>
                    </a:ext>
                  </a:extLst>
                </p:cNvPr>
                <p:cNvSpPr/>
                <p:nvPr/>
              </p:nvSpPr>
              <p:spPr bwMode="auto">
                <a:xfrm>
                  <a:off x="4298124" y="4063437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77" name="Flowchart: Preparation 76">
                  <a:extLst>
                    <a:ext uri="{FF2B5EF4-FFF2-40B4-BE49-F238E27FC236}">
                      <a16:creationId xmlns:a16="http://schemas.microsoft.com/office/drawing/2014/main" id="{D093F82C-9C86-41B2-ADBA-D8C928A1FAB3}"/>
                    </a:ext>
                  </a:extLst>
                </p:cNvPr>
                <p:cNvSpPr/>
                <p:nvPr/>
              </p:nvSpPr>
              <p:spPr bwMode="auto">
                <a:xfrm>
                  <a:off x="4298124" y="3303669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71" name="Flowchart: Preparation 70">
                <a:extLst>
                  <a:ext uri="{FF2B5EF4-FFF2-40B4-BE49-F238E27FC236}">
                    <a16:creationId xmlns:a16="http://schemas.microsoft.com/office/drawing/2014/main" id="{DFBE381E-F5E2-432E-9581-BBE53839A707}"/>
                  </a:ext>
                </a:extLst>
              </p:cNvPr>
              <p:cNvSpPr/>
              <p:nvPr/>
            </p:nvSpPr>
            <p:spPr bwMode="auto">
              <a:xfrm rot="5400000">
                <a:off x="7019567" y="3433477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2" name="Flowchart: Preparation 71">
                <a:extLst>
                  <a:ext uri="{FF2B5EF4-FFF2-40B4-BE49-F238E27FC236}">
                    <a16:creationId xmlns:a16="http://schemas.microsoft.com/office/drawing/2014/main" id="{A86F55B6-9A41-4678-A665-096C0F91C463}"/>
                  </a:ext>
                </a:extLst>
              </p:cNvPr>
              <p:cNvSpPr/>
              <p:nvPr/>
            </p:nvSpPr>
            <p:spPr bwMode="auto">
              <a:xfrm rot="5400000">
                <a:off x="6248395" y="2668009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8235A74-ED02-4E79-B0AE-8DFD81612792}"/>
                </a:ext>
              </a:extLst>
            </p:cNvPr>
            <p:cNvGrpSpPr/>
            <p:nvPr/>
          </p:nvGrpSpPr>
          <p:grpSpPr>
            <a:xfrm>
              <a:off x="1812913" y="3990749"/>
              <a:ext cx="1011294" cy="1792938"/>
              <a:chOff x="6471234" y="2288125"/>
              <a:chExt cx="1011294" cy="1771058"/>
            </a:xfrm>
            <a:solidFill>
              <a:schemeClr val="tx1"/>
            </a:solidFill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404E86F-C6F0-4060-8BC2-F69250027D10}"/>
                  </a:ext>
                </a:extLst>
              </p:cNvPr>
              <p:cNvGrpSpPr/>
              <p:nvPr/>
            </p:nvGrpSpPr>
            <p:grpSpPr>
              <a:xfrm>
                <a:off x="6483485" y="2288125"/>
                <a:ext cx="999043" cy="1771058"/>
                <a:chOff x="4143450" y="3303669"/>
                <a:chExt cx="999043" cy="1771058"/>
              </a:xfrm>
              <a:grpFill/>
            </p:grpSpPr>
            <p:sp>
              <p:nvSpPr>
                <p:cNvPr id="82" name="Flowchart: Preparation 81">
                  <a:extLst>
                    <a:ext uri="{FF2B5EF4-FFF2-40B4-BE49-F238E27FC236}">
                      <a16:creationId xmlns:a16="http://schemas.microsoft.com/office/drawing/2014/main" id="{AC80EE76-3A5D-4F4B-AABC-F6EFE0F83772}"/>
                    </a:ext>
                  </a:extLst>
                </p:cNvPr>
                <p:cNvSpPr/>
                <p:nvPr/>
              </p:nvSpPr>
              <p:spPr bwMode="auto">
                <a:xfrm>
                  <a:off x="4298124" y="4834605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3" name="Flowchart: Preparation 82">
                  <a:extLst>
                    <a:ext uri="{FF2B5EF4-FFF2-40B4-BE49-F238E27FC236}">
                      <a16:creationId xmlns:a16="http://schemas.microsoft.com/office/drawing/2014/main" id="{B7795453-1985-4474-AF5A-FE894485D0A1}"/>
                    </a:ext>
                  </a:extLst>
                </p:cNvPr>
                <p:cNvSpPr/>
                <p:nvPr/>
              </p:nvSpPr>
              <p:spPr bwMode="auto">
                <a:xfrm rot="16200000">
                  <a:off x="3920611" y="4449021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4" name="Flowchart: Preparation 83">
                  <a:extLst>
                    <a:ext uri="{FF2B5EF4-FFF2-40B4-BE49-F238E27FC236}">
                      <a16:creationId xmlns:a16="http://schemas.microsoft.com/office/drawing/2014/main" id="{C7F0BAEA-AD92-4E66-9264-4961027B4CC7}"/>
                    </a:ext>
                  </a:extLst>
                </p:cNvPr>
                <p:cNvSpPr/>
                <p:nvPr/>
              </p:nvSpPr>
              <p:spPr bwMode="auto">
                <a:xfrm rot="5400000">
                  <a:off x="4679532" y="3683553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5" name="Flowchart: Preparation 84">
                  <a:extLst>
                    <a:ext uri="{FF2B5EF4-FFF2-40B4-BE49-F238E27FC236}">
                      <a16:creationId xmlns:a16="http://schemas.microsoft.com/office/drawing/2014/main" id="{E030A4A3-54DF-4868-8318-ED1B9A77AB32}"/>
                    </a:ext>
                  </a:extLst>
                </p:cNvPr>
                <p:cNvSpPr/>
                <p:nvPr/>
              </p:nvSpPr>
              <p:spPr bwMode="auto">
                <a:xfrm>
                  <a:off x="4298124" y="4063437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86" name="Flowchart: Preparation 85">
                  <a:extLst>
                    <a:ext uri="{FF2B5EF4-FFF2-40B4-BE49-F238E27FC236}">
                      <a16:creationId xmlns:a16="http://schemas.microsoft.com/office/drawing/2014/main" id="{1376F21B-8130-4B9D-8156-1D103FDBD7E0}"/>
                    </a:ext>
                  </a:extLst>
                </p:cNvPr>
                <p:cNvSpPr/>
                <p:nvPr/>
              </p:nvSpPr>
              <p:spPr bwMode="auto">
                <a:xfrm>
                  <a:off x="4298124" y="3303669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80" name="Flowchart: Preparation 79">
                <a:extLst>
                  <a:ext uri="{FF2B5EF4-FFF2-40B4-BE49-F238E27FC236}">
                    <a16:creationId xmlns:a16="http://schemas.microsoft.com/office/drawing/2014/main" id="{19B26789-AE29-4430-8925-2DBF3ACB48F2}"/>
                  </a:ext>
                </a:extLst>
              </p:cNvPr>
              <p:cNvSpPr/>
              <p:nvPr/>
            </p:nvSpPr>
            <p:spPr bwMode="auto">
              <a:xfrm rot="5400000">
                <a:off x="7019567" y="3433477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1" name="Flowchart: Preparation 80">
                <a:extLst>
                  <a:ext uri="{FF2B5EF4-FFF2-40B4-BE49-F238E27FC236}">
                    <a16:creationId xmlns:a16="http://schemas.microsoft.com/office/drawing/2014/main" id="{730E84D9-657E-4A6F-87BD-E482F959B23A}"/>
                  </a:ext>
                </a:extLst>
              </p:cNvPr>
              <p:cNvSpPr/>
              <p:nvPr/>
            </p:nvSpPr>
            <p:spPr bwMode="auto">
              <a:xfrm rot="5400000">
                <a:off x="6248395" y="2668009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930CDD0-3BA3-4D0C-814A-49CA81E824F8}"/>
                </a:ext>
              </a:extLst>
            </p:cNvPr>
            <p:cNvGrpSpPr/>
            <p:nvPr/>
          </p:nvGrpSpPr>
          <p:grpSpPr>
            <a:xfrm>
              <a:off x="1415038" y="4123835"/>
              <a:ext cx="240122" cy="1469197"/>
              <a:chOff x="7242406" y="2445170"/>
              <a:chExt cx="240122" cy="1451268"/>
            </a:xfrm>
            <a:solidFill>
              <a:schemeClr val="tx1"/>
            </a:solidFill>
          </p:grpSpPr>
          <p:sp>
            <p:nvSpPr>
              <p:cNvPr id="93" name="Flowchart: Preparation 92">
                <a:extLst>
                  <a:ext uri="{FF2B5EF4-FFF2-40B4-BE49-F238E27FC236}">
                    <a16:creationId xmlns:a16="http://schemas.microsoft.com/office/drawing/2014/main" id="{5EEBA9A4-FDCC-4C34-952E-A71C6D48A7DE}"/>
                  </a:ext>
                </a:extLst>
              </p:cNvPr>
              <p:cNvSpPr/>
              <p:nvPr/>
            </p:nvSpPr>
            <p:spPr bwMode="auto">
              <a:xfrm rot="5400000">
                <a:off x="7019567" y="2668009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9" name="Flowchart: Preparation 88">
                <a:extLst>
                  <a:ext uri="{FF2B5EF4-FFF2-40B4-BE49-F238E27FC236}">
                    <a16:creationId xmlns:a16="http://schemas.microsoft.com/office/drawing/2014/main" id="{56BEC4C8-144A-4F4F-9CF8-1CF859385002}"/>
                  </a:ext>
                </a:extLst>
              </p:cNvPr>
              <p:cNvSpPr/>
              <p:nvPr/>
            </p:nvSpPr>
            <p:spPr bwMode="auto">
              <a:xfrm rot="5400000">
                <a:off x="7019567" y="3433477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E11C7EF-0A15-442D-BD99-CA7B48B0A05F}"/>
                </a:ext>
              </a:extLst>
            </p:cNvPr>
            <p:cNvGrpSpPr/>
            <p:nvPr/>
          </p:nvGrpSpPr>
          <p:grpSpPr>
            <a:xfrm>
              <a:off x="4755199" y="3984977"/>
              <a:ext cx="844369" cy="1628182"/>
              <a:chOff x="6638159" y="2288125"/>
              <a:chExt cx="844369" cy="1608313"/>
            </a:xfrm>
            <a:solidFill>
              <a:schemeClr val="tx1"/>
            </a:solidFill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FD7D8436-8D89-458E-B642-2C74DCCADFAD}"/>
                  </a:ext>
                </a:extLst>
              </p:cNvPr>
              <p:cNvGrpSpPr/>
              <p:nvPr/>
            </p:nvGrpSpPr>
            <p:grpSpPr>
              <a:xfrm>
                <a:off x="6638159" y="2288125"/>
                <a:ext cx="844369" cy="842845"/>
                <a:chOff x="4298124" y="3303669"/>
                <a:chExt cx="844369" cy="842845"/>
              </a:xfrm>
              <a:grpFill/>
            </p:grpSpPr>
            <p:sp>
              <p:nvSpPr>
                <p:cNvPr id="102" name="Flowchart: Preparation 101">
                  <a:extLst>
                    <a:ext uri="{FF2B5EF4-FFF2-40B4-BE49-F238E27FC236}">
                      <a16:creationId xmlns:a16="http://schemas.microsoft.com/office/drawing/2014/main" id="{B59422E0-1C3D-41AA-90AA-3FF31CB204EB}"/>
                    </a:ext>
                  </a:extLst>
                </p:cNvPr>
                <p:cNvSpPr/>
                <p:nvPr/>
              </p:nvSpPr>
              <p:spPr bwMode="auto">
                <a:xfrm rot="5400000">
                  <a:off x="4679532" y="3683553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04" name="Flowchart: Preparation 103">
                  <a:extLst>
                    <a:ext uri="{FF2B5EF4-FFF2-40B4-BE49-F238E27FC236}">
                      <a16:creationId xmlns:a16="http://schemas.microsoft.com/office/drawing/2014/main" id="{E3F2BD65-4031-4BAC-9B7A-FB4BD7A452C0}"/>
                    </a:ext>
                  </a:extLst>
                </p:cNvPr>
                <p:cNvSpPr/>
                <p:nvPr/>
              </p:nvSpPr>
              <p:spPr bwMode="auto">
                <a:xfrm>
                  <a:off x="4298124" y="3303669"/>
                  <a:ext cx="685800" cy="240122"/>
                </a:xfrm>
                <a:prstGeom prst="flowChartPreparation">
                  <a:avLst/>
                </a:prstGeom>
                <a:grpFill/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001">
                  <a:schemeClr val="dk2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8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98" name="Flowchart: Preparation 97">
                <a:extLst>
                  <a:ext uri="{FF2B5EF4-FFF2-40B4-BE49-F238E27FC236}">
                    <a16:creationId xmlns:a16="http://schemas.microsoft.com/office/drawing/2014/main" id="{3023025A-E709-4272-A892-9E678E6B9A7D}"/>
                  </a:ext>
                </a:extLst>
              </p:cNvPr>
              <p:cNvSpPr/>
              <p:nvPr/>
            </p:nvSpPr>
            <p:spPr bwMode="auto">
              <a:xfrm rot="5400000">
                <a:off x="7019567" y="3433477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821D78B-A8E5-4FC2-9021-206EF85DB3BE}"/>
              </a:ext>
            </a:extLst>
          </p:cNvPr>
          <p:cNvGrpSpPr/>
          <p:nvPr/>
        </p:nvGrpSpPr>
        <p:grpSpPr>
          <a:xfrm>
            <a:off x="7182923" y="2807078"/>
            <a:ext cx="1011294" cy="1792938"/>
            <a:chOff x="6471234" y="2288125"/>
            <a:chExt cx="1011294" cy="1771058"/>
          </a:xfrm>
          <a:solidFill>
            <a:schemeClr val="tx1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7125642-2FBD-4FBC-8EFC-B59ECC7AC27D}"/>
                </a:ext>
              </a:extLst>
            </p:cNvPr>
            <p:cNvGrpSpPr/>
            <p:nvPr/>
          </p:nvGrpSpPr>
          <p:grpSpPr>
            <a:xfrm>
              <a:off x="6483485" y="2288125"/>
              <a:ext cx="999043" cy="1771058"/>
              <a:chOff x="4143450" y="3303669"/>
              <a:chExt cx="999043" cy="1771058"/>
            </a:xfrm>
            <a:grpFill/>
          </p:grpSpPr>
          <p:sp>
            <p:nvSpPr>
              <p:cNvPr id="123" name="Flowchart: Preparation 122">
                <a:extLst>
                  <a:ext uri="{FF2B5EF4-FFF2-40B4-BE49-F238E27FC236}">
                    <a16:creationId xmlns:a16="http://schemas.microsoft.com/office/drawing/2014/main" id="{C475A9A3-6D7E-48AC-AA72-E57647C4A8D1}"/>
                  </a:ext>
                </a:extLst>
              </p:cNvPr>
              <p:cNvSpPr/>
              <p:nvPr/>
            </p:nvSpPr>
            <p:spPr bwMode="auto">
              <a:xfrm>
                <a:off x="4298124" y="4834605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4" name="Flowchart: Preparation 123">
                <a:extLst>
                  <a:ext uri="{FF2B5EF4-FFF2-40B4-BE49-F238E27FC236}">
                    <a16:creationId xmlns:a16="http://schemas.microsoft.com/office/drawing/2014/main" id="{6DB77917-AB34-41E7-8E41-62F39E741344}"/>
                  </a:ext>
                </a:extLst>
              </p:cNvPr>
              <p:cNvSpPr/>
              <p:nvPr/>
            </p:nvSpPr>
            <p:spPr bwMode="auto">
              <a:xfrm rot="16200000">
                <a:off x="3920611" y="4449021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5" name="Flowchart: Preparation 124">
                <a:extLst>
                  <a:ext uri="{FF2B5EF4-FFF2-40B4-BE49-F238E27FC236}">
                    <a16:creationId xmlns:a16="http://schemas.microsoft.com/office/drawing/2014/main" id="{2FC846C2-EE7A-4F20-8145-58B1110827A1}"/>
                  </a:ext>
                </a:extLst>
              </p:cNvPr>
              <p:cNvSpPr/>
              <p:nvPr/>
            </p:nvSpPr>
            <p:spPr bwMode="auto">
              <a:xfrm rot="5400000">
                <a:off x="4679532" y="3683553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6" name="Flowchart: Preparation 125">
                <a:extLst>
                  <a:ext uri="{FF2B5EF4-FFF2-40B4-BE49-F238E27FC236}">
                    <a16:creationId xmlns:a16="http://schemas.microsoft.com/office/drawing/2014/main" id="{DF050D83-E70E-4C5A-9D34-8053308F4936}"/>
                  </a:ext>
                </a:extLst>
              </p:cNvPr>
              <p:cNvSpPr/>
              <p:nvPr/>
            </p:nvSpPr>
            <p:spPr bwMode="auto">
              <a:xfrm>
                <a:off x="4298124" y="4063437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27" name="Flowchart: Preparation 126">
                <a:extLst>
                  <a:ext uri="{FF2B5EF4-FFF2-40B4-BE49-F238E27FC236}">
                    <a16:creationId xmlns:a16="http://schemas.microsoft.com/office/drawing/2014/main" id="{98622AA3-64CF-4BD4-8D95-A5FB10380860}"/>
                  </a:ext>
                </a:extLst>
              </p:cNvPr>
              <p:cNvSpPr/>
              <p:nvPr/>
            </p:nvSpPr>
            <p:spPr bwMode="auto">
              <a:xfrm>
                <a:off x="4298124" y="3303669"/>
                <a:ext cx="685800" cy="240122"/>
              </a:xfrm>
              <a:prstGeom prst="flowChartPreparation">
                <a:avLst/>
              </a:prstGeom>
              <a:grpFill/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8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21" name="Flowchart: Preparation 120">
              <a:extLst>
                <a:ext uri="{FF2B5EF4-FFF2-40B4-BE49-F238E27FC236}">
                  <a16:creationId xmlns:a16="http://schemas.microsoft.com/office/drawing/2014/main" id="{0DB4508C-4C42-478A-8F7F-538496E0A521}"/>
                </a:ext>
              </a:extLst>
            </p:cNvPr>
            <p:cNvSpPr/>
            <p:nvPr/>
          </p:nvSpPr>
          <p:spPr bwMode="auto">
            <a:xfrm rot="5400000">
              <a:off x="7019567" y="3433477"/>
              <a:ext cx="685800" cy="240122"/>
            </a:xfrm>
            <a:prstGeom prst="flowChartPreparation">
              <a:avLst/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2" name="Flowchart: Preparation 121">
              <a:extLst>
                <a:ext uri="{FF2B5EF4-FFF2-40B4-BE49-F238E27FC236}">
                  <a16:creationId xmlns:a16="http://schemas.microsoft.com/office/drawing/2014/main" id="{B3734182-AC04-4D35-9A8B-764CBCBA7177}"/>
                </a:ext>
              </a:extLst>
            </p:cNvPr>
            <p:cNvSpPr/>
            <p:nvPr/>
          </p:nvSpPr>
          <p:spPr bwMode="auto">
            <a:xfrm rot="5400000">
              <a:off x="6248395" y="2668009"/>
              <a:ext cx="685800" cy="240122"/>
            </a:xfrm>
            <a:prstGeom prst="flowChartPreparation">
              <a:avLst/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7" name="Flowchart: Preparation 66">
            <a:extLst>
              <a:ext uri="{FF2B5EF4-FFF2-40B4-BE49-F238E27FC236}">
                <a16:creationId xmlns:a16="http://schemas.microsoft.com/office/drawing/2014/main" id="{18FA05DC-149C-4F7B-9F1E-98CE8A530512}"/>
              </a:ext>
            </a:extLst>
          </p:cNvPr>
          <p:cNvSpPr/>
          <p:nvPr/>
        </p:nvSpPr>
        <p:spPr bwMode="auto">
          <a:xfrm rot="16200000">
            <a:off x="6939376" y="3927246"/>
            <a:ext cx="799945" cy="348359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4" name="Flowchart: Preparation 93">
            <a:extLst>
              <a:ext uri="{FF2B5EF4-FFF2-40B4-BE49-F238E27FC236}">
                <a16:creationId xmlns:a16="http://schemas.microsoft.com/office/drawing/2014/main" id="{3D3623CA-C8AE-41DA-B20D-9B52DDD5A393}"/>
              </a:ext>
            </a:extLst>
          </p:cNvPr>
          <p:cNvSpPr/>
          <p:nvPr/>
        </p:nvSpPr>
        <p:spPr bwMode="auto">
          <a:xfrm rot="16200000">
            <a:off x="4121699" y="3928117"/>
            <a:ext cx="799945" cy="348359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" name="Flowchart: Preparation 94">
            <a:extLst>
              <a:ext uri="{FF2B5EF4-FFF2-40B4-BE49-F238E27FC236}">
                <a16:creationId xmlns:a16="http://schemas.microsoft.com/office/drawing/2014/main" id="{C9191006-F63F-4680-AF68-02DA2726EEEF}"/>
              </a:ext>
            </a:extLst>
          </p:cNvPr>
          <p:cNvSpPr/>
          <p:nvPr/>
        </p:nvSpPr>
        <p:spPr bwMode="auto">
          <a:xfrm rot="16200000">
            <a:off x="6964726" y="3967523"/>
            <a:ext cx="694273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Flowchart: Preparation 98">
            <a:extLst>
              <a:ext uri="{FF2B5EF4-FFF2-40B4-BE49-F238E27FC236}">
                <a16:creationId xmlns:a16="http://schemas.microsoft.com/office/drawing/2014/main" id="{5C2D75AD-9FC9-44BD-96C1-A65AAA81E178}"/>
              </a:ext>
            </a:extLst>
          </p:cNvPr>
          <p:cNvSpPr/>
          <p:nvPr/>
        </p:nvSpPr>
        <p:spPr bwMode="auto">
          <a:xfrm rot="16200000">
            <a:off x="5781053" y="3981362"/>
            <a:ext cx="694273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Flowchart: Preparation 99">
            <a:extLst>
              <a:ext uri="{FF2B5EF4-FFF2-40B4-BE49-F238E27FC236}">
                <a16:creationId xmlns:a16="http://schemas.microsoft.com/office/drawing/2014/main" id="{CBB92E9B-F9A5-45D9-ABCF-149A3E710876}"/>
              </a:ext>
            </a:extLst>
          </p:cNvPr>
          <p:cNvSpPr/>
          <p:nvPr/>
        </p:nvSpPr>
        <p:spPr bwMode="auto">
          <a:xfrm rot="16200000">
            <a:off x="6539400" y="3189420"/>
            <a:ext cx="694273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Flowchart: Preparation 100">
            <a:extLst>
              <a:ext uri="{FF2B5EF4-FFF2-40B4-BE49-F238E27FC236}">
                <a16:creationId xmlns:a16="http://schemas.microsoft.com/office/drawing/2014/main" id="{C1A16924-2B1E-4744-B6E2-640628E35179}"/>
              </a:ext>
            </a:extLst>
          </p:cNvPr>
          <p:cNvSpPr/>
          <p:nvPr/>
        </p:nvSpPr>
        <p:spPr bwMode="auto">
          <a:xfrm>
            <a:off x="6148892" y="3576082"/>
            <a:ext cx="714906" cy="248320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" name="Flowchart: Preparation 102">
            <a:extLst>
              <a:ext uri="{FF2B5EF4-FFF2-40B4-BE49-F238E27FC236}">
                <a16:creationId xmlns:a16="http://schemas.microsoft.com/office/drawing/2014/main" id="{8984D36C-91BF-43F5-A007-6639F06EC5A7}"/>
              </a:ext>
            </a:extLst>
          </p:cNvPr>
          <p:cNvSpPr/>
          <p:nvPr/>
        </p:nvSpPr>
        <p:spPr bwMode="auto">
          <a:xfrm>
            <a:off x="7332400" y="3575712"/>
            <a:ext cx="714906" cy="248320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8" name="Flowchart: Preparation 127">
            <a:extLst>
              <a:ext uri="{FF2B5EF4-FFF2-40B4-BE49-F238E27FC236}">
                <a16:creationId xmlns:a16="http://schemas.microsoft.com/office/drawing/2014/main" id="{61FA7D15-2775-4691-91C3-6BE8C42DC976}"/>
              </a:ext>
            </a:extLst>
          </p:cNvPr>
          <p:cNvSpPr/>
          <p:nvPr/>
        </p:nvSpPr>
        <p:spPr bwMode="auto">
          <a:xfrm>
            <a:off x="7332605" y="2801306"/>
            <a:ext cx="714906" cy="248320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9" name="Flowchart: Preparation 128">
            <a:extLst>
              <a:ext uri="{FF2B5EF4-FFF2-40B4-BE49-F238E27FC236}">
                <a16:creationId xmlns:a16="http://schemas.microsoft.com/office/drawing/2014/main" id="{94D0B011-D336-4E45-8776-AF80A6FD3C24}"/>
              </a:ext>
            </a:extLst>
          </p:cNvPr>
          <p:cNvSpPr/>
          <p:nvPr/>
        </p:nvSpPr>
        <p:spPr bwMode="auto">
          <a:xfrm>
            <a:off x="7336817" y="4349491"/>
            <a:ext cx="714906" cy="248320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0" name="Flowchart: Preparation 129">
            <a:extLst>
              <a:ext uri="{FF2B5EF4-FFF2-40B4-BE49-F238E27FC236}">
                <a16:creationId xmlns:a16="http://schemas.microsoft.com/office/drawing/2014/main" id="{4E62D111-38D6-4FBF-BF1B-72A5B3A54BAB}"/>
              </a:ext>
            </a:extLst>
          </p:cNvPr>
          <p:cNvSpPr/>
          <p:nvPr/>
        </p:nvSpPr>
        <p:spPr bwMode="auto">
          <a:xfrm rot="5400000">
            <a:off x="6932962" y="3162521"/>
            <a:ext cx="760889" cy="275858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1" name="Flowchart: Preparation 130">
            <a:extLst>
              <a:ext uri="{FF2B5EF4-FFF2-40B4-BE49-F238E27FC236}">
                <a16:creationId xmlns:a16="http://schemas.microsoft.com/office/drawing/2014/main" id="{3233632B-A209-4BF4-A8AD-5573C7AF121E}"/>
              </a:ext>
            </a:extLst>
          </p:cNvPr>
          <p:cNvSpPr/>
          <p:nvPr/>
        </p:nvSpPr>
        <p:spPr bwMode="auto">
          <a:xfrm rot="5400000">
            <a:off x="6932688" y="3982298"/>
            <a:ext cx="760889" cy="275858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2" name="Flowchart: Preparation 131">
            <a:extLst>
              <a:ext uri="{FF2B5EF4-FFF2-40B4-BE49-F238E27FC236}">
                <a16:creationId xmlns:a16="http://schemas.microsoft.com/office/drawing/2014/main" id="{D7485208-ED98-4D4F-B576-E8047426AAEC}"/>
              </a:ext>
            </a:extLst>
          </p:cNvPr>
          <p:cNvSpPr/>
          <p:nvPr/>
        </p:nvSpPr>
        <p:spPr bwMode="auto">
          <a:xfrm rot="5400000">
            <a:off x="7024630" y="3967523"/>
            <a:ext cx="694273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" name="Flowchart: Preparation 137">
            <a:extLst>
              <a:ext uri="{FF2B5EF4-FFF2-40B4-BE49-F238E27FC236}">
                <a16:creationId xmlns:a16="http://schemas.microsoft.com/office/drawing/2014/main" id="{EE6F70C2-DE16-409C-AE9F-B01FC135C8A6}"/>
              </a:ext>
            </a:extLst>
          </p:cNvPr>
          <p:cNvSpPr/>
          <p:nvPr/>
        </p:nvSpPr>
        <p:spPr bwMode="auto">
          <a:xfrm rot="16200000">
            <a:off x="7645864" y="3923558"/>
            <a:ext cx="799945" cy="348359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9" name="Flowchart: Preparation 138">
            <a:extLst>
              <a:ext uri="{FF2B5EF4-FFF2-40B4-BE49-F238E27FC236}">
                <a16:creationId xmlns:a16="http://schemas.microsoft.com/office/drawing/2014/main" id="{34760D5D-DDF3-4583-B888-B2559ACB5D30}"/>
              </a:ext>
            </a:extLst>
          </p:cNvPr>
          <p:cNvSpPr/>
          <p:nvPr/>
        </p:nvSpPr>
        <p:spPr bwMode="auto">
          <a:xfrm rot="10800000">
            <a:off x="7337411" y="2816940"/>
            <a:ext cx="694273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0" name="Flowchart: Preparation 139">
            <a:extLst>
              <a:ext uri="{FF2B5EF4-FFF2-40B4-BE49-F238E27FC236}">
                <a16:creationId xmlns:a16="http://schemas.microsoft.com/office/drawing/2014/main" id="{F22BCF45-E159-49D3-B862-23CC6EC778ED}"/>
              </a:ext>
            </a:extLst>
          </p:cNvPr>
          <p:cNvSpPr/>
          <p:nvPr/>
        </p:nvSpPr>
        <p:spPr bwMode="auto">
          <a:xfrm rot="10800000">
            <a:off x="7407468" y="3569830"/>
            <a:ext cx="631157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2" name="Flowchart: Preparation 141">
            <a:extLst>
              <a:ext uri="{FF2B5EF4-FFF2-40B4-BE49-F238E27FC236}">
                <a16:creationId xmlns:a16="http://schemas.microsoft.com/office/drawing/2014/main" id="{2D4289C3-40DC-426A-996E-1A54D0EC9FE8}"/>
              </a:ext>
            </a:extLst>
          </p:cNvPr>
          <p:cNvSpPr/>
          <p:nvPr/>
        </p:nvSpPr>
        <p:spPr bwMode="auto">
          <a:xfrm rot="10800000">
            <a:off x="7407023" y="4366305"/>
            <a:ext cx="631157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3" name="Flowchart: Preparation 142">
            <a:extLst>
              <a:ext uri="{FF2B5EF4-FFF2-40B4-BE49-F238E27FC236}">
                <a16:creationId xmlns:a16="http://schemas.microsoft.com/office/drawing/2014/main" id="{AF21C3E3-92EA-46C9-AF51-C08C8E2585F9}"/>
              </a:ext>
            </a:extLst>
          </p:cNvPr>
          <p:cNvSpPr/>
          <p:nvPr/>
        </p:nvSpPr>
        <p:spPr bwMode="auto">
          <a:xfrm rot="5400000">
            <a:off x="7001536" y="3930141"/>
            <a:ext cx="760892" cy="289199"/>
          </a:xfrm>
          <a:prstGeom prst="flowChartPreparation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4" name="Flowchart: Preparation 143">
            <a:extLst>
              <a:ext uri="{FF2B5EF4-FFF2-40B4-BE49-F238E27FC236}">
                <a16:creationId xmlns:a16="http://schemas.microsoft.com/office/drawing/2014/main" id="{665F643B-FF81-45B4-BD30-92589C712955}"/>
              </a:ext>
            </a:extLst>
          </p:cNvPr>
          <p:cNvSpPr/>
          <p:nvPr/>
        </p:nvSpPr>
        <p:spPr bwMode="auto">
          <a:xfrm rot="5400000">
            <a:off x="7719805" y="3981362"/>
            <a:ext cx="694273" cy="240122"/>
          </a:xfrm>
          <a:prstGeom prst="flowChartPreparation">
            <a:avLst/>
          </a:prstGeom>
          <a:solidFill>
            <a:schemeClr val="tx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5" name="AutoShape 7">
            <a:extLst>
              <a:ext uri="{FF2B5EF4-FFF2-40B4-BE49-F238E27FC236}">
                <a16:creationId xmlns:a16="http://schemas.microsoft.com/office/drawing/2014/main" id="{5713E4C9-68D7-488C-9AB3-188F8A70B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778" y="1338402"/>
            <a:ext cx="3886200" cy="1301172"/>
          </a:xfrm>
          <a:prstGeom prst="wedgeRoundRectCallout">
            <a:avLst>
              <a:gd name="adj1" fmla="val 62855"/>
              <a:gd name="adj2" fmla="val 51453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Часовете се променят когато минутите надвишат 59</a:t>
            </a:r>
          </a:p>
        </p:txBody>
      </p:sp>
      <p:sp>
        <p:nvSpPr>
          <p:cNvPr id="146" name="AutoShape 7">
            <a:extLst>
              <a:ext uri="{FF2B5EF4-FFF2-40B4-BE49-F238E27FC236}">
                <a16:creationId xmlns:a16="http://schemas.microsoft.com/office/drawing/2014/main" id="{97E8B32D-E9BE-4FE1-84C4-54B8AD6E4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498" y="1351872"/>
            <a:ext cx="3886200" cy="1301172"/>
          </a:xfrm>
          <a:prstGeom prst="wedgeRoundRectCallout">
            <a:avLst>
              <a:gd name="adj1" fmla="val -61712"/>
              <a:gd name="adj2" fmla="val 48973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Докато минутите се променят часовете остават същите</a:t>
            </a:r>
          </a:p>
        </p:txBody>
      </p:sp>
      <p:sp>
        <p:nvSpPr>
          <p:cNvPr id="61" name="Slide Number">
            <a:extLst>
              <a:ext uri="{FF2B5EF4-FFF2-40B4-BE49-F238E27FC236}">
                <a16:creationId xmlns:a16="http://schemas.microsoft.com/office/drawing/2014/main" id="{FFB1739D-2E2E-44F8-97A5-798C99C5C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234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94" grpId="0" animBg="1"/>
      <p:bldP spid="95" grpId="0" animBg="1"/>
      <p:bldP spid="99" grpId="0" animBg="1"/>
      <p:bldP spid="100" grpId="0" animBg="1"/>
      <p:bldP spid="101" grpId="0" animBg="1"/>
      <p:bldP spid="103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8" grpId="0" animBg="1"/>
      <p:bldP spid="139" grpId="0" animBg="1"/>
      <p:bldP spid="140" grpId="0" animBg="1"/>
      <p:bldP spid="142" grpId="0" animBg="1"/>
      <p:bldP spid="143" grpId="0" animBg="1"/>
      <p:bldP spid="144" grpId="0" animBg="1"/>
      <p:bldP spid="145" grpId="0" animBg="1"/>
      <p:bldP spid="1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290E-AAD2-469D-9A66-E0A4C24EB69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15108" y="5319000"/>
            <a:ext cx="10961783" cy="768084"/>
          </a:xfrm>
        </p:spPr>
        <p:txBody>
          <a:bodyPr/>
          <a:lstStyle/>
          <a:p>
            <a:r>
              <a:rPr lang="ru-RU" dirty="0"/>
              <a:t>Как </a:t>
            </a:r>
            <a:r>
              <a:rPr lang="ru-RU" dirty="0" err="1"/>
              <a:t>може</a:t>
            </a:r>
            <a:r>
              <a:rPr lang="ru-RU" dirty="0"/>
              <a:t> да си направим </a:t>
            </a:r>
            <a:r>
              <a:rPr lang="ru-RU" dirty="0" err="1"/>
              <a:t>часовник</a:t>
            </a:r>
            <a:r>
              <a:rPr lang="ru-RU" dirty="0"/>
              <a:t> с код?</a:t>
            </a:r>
            <a:endParaRPr lang="bg-BG" dirty="0"/>
          </a:p>
        </p:txBody>
      </p:sp>
      <p:pic>
        <p:nvPicPr>
          <p:cNvPr id="1042" name="Picture 18" descr="Image result for clock png">
            <a:extLst>
              <a:ext uri="{FF2B5EF4-FFF2-40B4-BE49-F238E27FC236}">
                <a16:creationId xmlns:a16="http://schemas.microsoft.com/office/drawing/2014/main" id="{FB32D34A-A543-4528-8D54-2C9AEDF8A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1331823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88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CA2718-1E7F-42DE-A23C-706CC887D1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2220" y="1232286"/>
            <a:ext cx="11847560" cy="518562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err="1"/>
              <a:t>Външният</a:t>
            </a:r>
            <a:r>
              <a:rPr lang="en-US" sz="3200" dirty="0"/>
              <a:t> </a:t>
            </a:r>
            <a:r>
              <a:rPr lang="en-US" sz="3200" dirty="0" err="1"/>
              <a:t>цикъл</a:t>
            </a:r>
            <a:r>
              <a:rPr lang="en-US" sz="3200" dirty="0"/>
              <a:t> </a:t>
            </a:r>
            <a:r>
              <a:rPr lang="en-US" sz="3200" dirty="0" err="1"/>
              <a:t>отговаря</a:t>
            </a:r>
            <a:r>
              <a:rPr lang="en-US" sz="3200" dirty="0"/>
              <a:t> </a:t>
            </a:r>
            <a:r>
              <a:rPr lang="en-US" sz="3200" dirty="0" err="1"/>
              <a:t>за</a:t>
            </a:r>
            <a:r>
              <a:rPr lang="en-US" sz="3200" dirty="0"/>
              <a:t> </a:t>
            </a:r>
            <a:r>
              <a:rPr lang="en-US" sz="3200" dirty="0" err="1"/>
              <a:t>часовете</a:t>
            </a:r>
            <a:r>
              <a:rPr lang="en-US" sz="3200" dirty="0"/>
              <a:t>, а </a:t>
            </a:r>
            <a:r>
              <a:rPr lang="en-US" sz="3200" dirty="0" err="1"/>
              <a:t>вътрешния</a:t>
            </a:r>
            <a:r>
              <a:rPr lang="en-US" sz="3200" dirty="0"/>
              <a:t> </a:t>
            </a:r>
            <a:r>
              <a:rPr lang="en-US" sz="3200" dirty="0" err="1"/>
              <a:t>за</a:t>
            </a:r>
            <a:r>
              <a:rPr lang="en-US" sz="3200" dirty="0"/>
              <a:t> </a:t>
            </a:r>
            <a:r>
              <a:rPr lang="en-US" sz="3200" dirty="0" err="1"/>
              <a:t>минутите</a:t>
            </a:r>
            <a:endParaRPr lang="en-US" sz="3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744686-354B-4B30-B44C-7790A869E6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438" y="2716887"/>
            <a:ext cx="5449202" cy="1818548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for h in range(24):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for m in range(60):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        print(f"{h}:{m}")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19A241-F069-4539-A3FB-ACF6C0A6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Пример</a:t>
            </a:r>
            <a:r>
              <a:rPr lang="en-US" dirty="0"/>
              <a:t> – </a:t>
            </a:r>
            <a:r>
              <a:rPr lang="en-US" dirty="0" err="1"/>
              <a:t>часовник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7EDB40-5182-4BED-A980-1BD3C547AE7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21000" y="1858887"/>
            <a:ext cx="2878066" cy="4536653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928B9CE0-00B0-4C5E-A2C8-47EF1976B24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2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7038" y="1127934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За всяка итерация на външния цикъл вложения </a:t>
            </a:r>
            <a:b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се изпълнява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 на брой пъти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</p:spPr>
        <p:txBody>
          <a:bodyPr/>
          <a:lstStyle/>
          <a:p>
            <a:r>
              <a:rPr lang="bg-BG" dirty="0"/>
              <a:t>Вложени цикли</a:t>
            </a:r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22961" y="2855619"/>
            <a:ext cx="5259513" cy="186512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for i in range(n): 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    for j in range(n):</a:t>
            </a:r>
            <a:br>
              <a:rPr lang="en-US" sz="3200" b="1" noProof="1">
                <a:latin typeface="Consolas" pitchFamily="49" charset="0"/>
                <a:cs typeface="Consolas" pitchFamily="49" charset="0"/>
              </a:rPr>
            </a:br>
            <a:r>
              <a:rPr lang="en-US" sz="3200" b="1" noProof="1">
                <a:latin typeface="Consolas" pitchFamily="49" charset="0"/>
                <a:cs typeface="Consolas" pitchFamily="49" charset="0"/>
              </a:rPr>
              <a:t>    		…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B3703295-4D20-44F3-A954-3C18A0051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56" y="4057309"/>
            <a:ext cx="3863994" cy="1474386"/>
          </a:xfrm>
          <a:prstGeom prst="wedgeRoundRectCallout">
            <a:avLst>
              <a:gd name="adj1" fmla="val -59013"/>
              <a:gd name="adj2" fmla="val -48297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Имената на </a:t>
            </a:r>
            <a:r>
              <a:rPr lang="bg-BG" sz="2800" b="1" noProof="1">
                <a:solidFill>
                  <a:schemeClr val="bg2"/>
                </a:solidFill>
              </a:rPr>
              <a:t>променливите </a:t>
            </a:r>
            <a:r>
              <a:rPr lang="bg-BG" sz="2800" b="1" dirty="0">
                <a:solidFill>
                  <a:schemeClr val="bg2"/>
                </a:solidFill>
              </a:rPr>
              <a:t>трябва да бъдат различни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A19267-E3CB-4A8E-9FC9-4B9A91BCE59A}"/>
              </a:ext>
            </a:extLst>
          </p:cNvPr>
          <p:cNvSpPr/>
          <p:nvPr/>
        </p:nvSpPr>
        <p:spPr>
          <a:xfrm>
            <a:off x="1281000" y="3012911"/>
            <a:ext cx="453708" cy="407781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 sz="2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C33AEF-F226-422C-8321-0B3D7BC04588}"/>
              </a:ext>
            </a:extLst>
          </p:cNvPr>
          <p:cNvSpPr/>
          <p:nvPr/>
        </p:nvSpPr>
        <p:spPr>
          <a:xfrm>
            <a:off x="2225906" y="3521482"/>
            <a:ext cx="422813" cy="53340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 sz="2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6868F5-E5DA-48C7-AAB9-4C3CB064E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0654">
            <a:off x="9873191" y="2833619"/>
            <a:ext cx="1549610" cy="15496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92E31D-8CAB-4787-A9C8-06F8BAC7D1D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9234841" y="2195269"/>
            <a:ext cx="2826311" cy="2826311"/>
          </a:xfrm>
          <a:prstGeom prst="rect">
            <a:avLst/>
          </a:prstGeom>
        </p:spPr>
      </p:pic>
      <p:sp>
        <p:nvSpPr>
          <p:cNvPr id="13" name="Slide Number">
            <a:extLst>
              <a:ext uri="{FF2B5EF4-FFF2-40B4-BE49-F238E27FC236}">
                <a16:creationId xmlns:a16="http://schemas.microsoft.com/office/drawing/2014/main" id="{FF7445A4-287E-4316-80F7-045CF1EC6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949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11E0B9-FA4E-47F4-8193-6C33DBE90D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Отпечатайте на конзолата таблицата за умножение за </a:t>
            </a:r>
            <a:br>
              <a:rPr lang="bg-BG" dirty="0"/>
            </a:br>
            <a:r>
              <a:rPr lang="bg-BG" dirty="0"/>
              <a:t>числата от 1 до 10</a:t>
            </a:r>
            <a:endParaRPr lang="en-US" dirty="0"/>
          </a:p>
          <a:p>
            <a:r>
              <a:rPr lang="bg-BG" dirty="0"/>
              <a:t>Изход: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400166-A44C-4979-B42C-5E92EC03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Таблица за умножение – условие</a:t>
            </a:r>
            <a:endParaRPr lang="en-US" dirty="0"/>
          </a:p>
        </p:txBody>
      </p:sp>
      <p:pic>
        <p:nvPicPr>
          <p:cNvPr id="1030" name="Picture 6" descr="Image result for math png">
            <a:extLst>
              <a:ext uri="{FF2B5EF4-FFF2-40B4-BE49-F238E27FC236}">
                <a16:creationId xmlns:a16="http://schemas.microsoft.com/office/drawing/2014/main" id="{EB61D225-B229-41B9-A212-11C2BFE90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98" y="2271555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4C9B36-BC30-45C1-B6FB-8FE9FFAE780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26000" y="2669207"/>
            <a:ext cx="1620000" cy="3325640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FF560F5C-A09F-4AA0-9299-035D950E1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217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210768-BF89-40E5-8117-50B61D8E1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83500" y="1809000"/>
            <a:ext cx="9225000" cy="3240000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for x in range(1, 11):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  for y in range(1, 11):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    product = x * y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    print(f"{x} * {y} = {product}")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47A1C7-4A8F-4655-B334-7BAEF16E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Таблица за умножение – решение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B489F72-62B1-4011-B9AA-E67D85522B9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7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4294967295"/>
          </p:nvPr>
        </p:nvSpPr>
        <p:spPr>
          <a:xfrm>
            <a:off x="618310" y="1219200"/>
            <a:ext cx="10955381" cy="11375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За прекъсване на вложени цикли, използваме булеви </a:t>
            </a:r>
            <a:b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променливи.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Прекъсване на вложени цикли</a:t>
            </a:r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428999" y="2356779"/>
            <a:ext cx="5334000" cy="37117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flag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= False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for i in range(n):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for j in range(n):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	if condition: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		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flag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= True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		break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if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flag</a:t>
            </a:r>
            <a:r>
              <a:rPr lang="en-US" sz="2800" b="1" noProof="1">
                <a:latin typeface="Consolas" pitchFamily="49" charset="0"/>
              </a:rPr>
              <a:t>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	break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929BF09B-4041-4C74-A464-7AE82C9F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0"/>
            <a:ext cx="3456568" cy="1474386"/>
          </a:xfrm>
          <a:prstGeom prst="wedgeRoundRectCallout">
            <a:avLst>
              <a:gd name="adj1" fmla="val 55547"/>
              <a:gd name="adj2" fmla="val 38341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</a:rPr>
              <a:t>Външният цикъл ще се прекъсне,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bg-BG" sz="2400" b="1" dirty="0">
                <a:solidFill>
                  <a:schemeClr val="bg2"/>
                </a:solidFill>
              </a:rPr>
              <a:t>само ако стойността на </a:t>
            </a:r>
            <a:r>
              <a:rPr lang="en-US" sz="2400" b="1" dirty="0">
                <a:solidFill>
                  <a:schemeClr val="bg2"/>
                </a:solidFill>
              </a:rPr>
              <a:t>flag </a:t>
            </a:r>
            <a:r>
              <a:rPr lang="bg-BG" sz="2400" b="1" dirty="0">
                <a:solidFill>
                  <a:schemeClr val="bg2"/>
                </a:solidFill>
              </a:rPr>
              <a:t>бъде </a:t>
            </a:r>
            <a:r>
              <a:rPr lang="en-US" sz="2400" b="1" dirty="0">
                <a:solidFill>
                  <a:schemeClr val="bg2"/>
                </a:solidFill>
              </a:rPr>
              <a:t>true</a:t>
            </a:r>
            <a:r>
              <a:rPr lang="bg-BG" sz="2400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3806D32-7EFE-4399-86DA-C12456766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310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191943" y="1295401"/>
            <a:ext cx="11815018" cy="5418599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400"/>
              </a:spcBef>
              <a:spcAft>
                <a:spcPts val="400"/>
              </a:spcAft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Напишете програма, която проверява всички възможни </a:t>
            </a:r>
            <a:b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комбинации от двойка числа в даден интервал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Ако се намери комбинация, чийто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сбор от числата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е равен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на дадено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магическо число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 изхода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се отпечатва съобщение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 програмата приключва изпъление</a:t>
            </a: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</a:pPr>
            <a:r>
              <a:rPr lang="bg-BG" sz="3200" dirty="0"/>
              <a:t>Ако не се намери </a:t>
            </a:r>
            <a:r>
              <a:rPr lang="bg-BG" sz="3200" b="1" dirty="0"/>
              <a:t>нито една комбинация</a:t>
            </a:r>
            <a:r>
              <a:rPr lang="bg-BG" sz="3200" dirty="0"/>
              <a:t>, отговаряща на условието се отпечатва </a:t>
            </a:r>
            <a:r>
              <a:rPr lang="bg-BG" sz="3200" b="1" dirty="0"/>
              <a:t>съобщение, че не е намерено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Сума от две числа – условие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52E5067-102A-403F-A435-CC4B6E42F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50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191941" y="1196125"/>
            <a:ext cx="11815018" cy="5201066"/>
          </a:xfrm>
        </p:spPr>
        <p:txBody>
          <a:bodyPr>
            <a:noAutofit/>
          </a:bodyPr>
          <a:lstStyle/>
          <a:p>
            <a:pPr indent="-457200"/>
            <a:r>
              <a:rPr lang="bg-BG" sz="3200" dirty="0"/>
              <a:t>Примерен вход и изход:</a:t>
            </a:r>
          </a:p>
          <a:p>
            <a:pPr marL="457200" indent="-457200"/>
            <a:endParaRPr lang="bg-BG" sz="2800" dirty="0"/>
          </a:p>
          <a:p>
            <a:pPr marL="0" indent="0">
              <a:buNone/>
            </a:pPr>
            <a:endParaRPr lang="bg-BG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Сума от две числа – условие</a:t>
            </a:r>
            <a:r>
              <a:rPr lang="en-US" dirty="0"/>
              <a:t> (2) </a:t>
            </a:r>
            <a:endParaRPr lang="bg-BG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7C73DE-EA2B-43D1-A8E0-0B0F2E4BD897}"/>
              </a:ext>
            </a:extLst>
          </p:cNvPr>
          <p:cNvGrpSpPr/>
          <p:nvPr/>
        </p:nvGrpSpPr>
        <p:grpSpPr>
          <a:xfrm>
            <a:off x="2226000" y="2169000"/>
            <a:ext cx="8676286" cy="3512282"/>
            <a:chOff x="696029" y="1489679"/>
            <a:chExt cx="8676286" cy="3697139"/>
          </a:xfrm>
        </p:grpSpPr>
        <p:grpSp>
          <p:nvGrpSpPr>
            <p:cNvPr id="11" name="Group 10"/>
            <p:cNvGrpSpPr/>
            <p:nvPr/>
          </p:nvGrpSpPr>
          <p:grpSpPr>
            <a:xfrm>
              <a:off x="696029" y="1489679"/>
              <a:ext cx="8676286" cy="3039031"/>
              <a:chOff x="-4076048" y="3719240"/>
              <a:chExt cx="8676286" cy="3039031"/>
            </a:xfrm>
          </p:grpSpPr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-4076048" y="3719240"/>
                <a:ext cx="809371" cy="169115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bg-BG" sz="2800" b="1" dirty="0">
                    <a:latin typeface="Consolas" pitchFamily="49" charset="0"/>
                  </a:rPr>
                  <a:t>1</a:t>
                </a:r>
              </a:p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bg-BG" sz="2800" b="1" dirty="0">
                    <a:latin typeface="Consolas" pitchFamily="49" charset="0"/>
                  </a:rPr>
                  <a:t>10</a:t>
                </a:r>
              </a:p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bg-BG" sz="2800" b="1" dirty="0">
                    <a:latin typeface="Consolas" pitchFamily="49" charset="0"/>
                  </a:rPr>
                  <a:t>5</a:t>
                </a:r>
                <a:endParaRPr lang="en-US" sz="2800" b="1" dirty="0">
                  <a:latin typeface="Consolas" pitchFamily="49" charset="0"/>
                </a:endParaRPr>
              </a:p>
            </p:txBody>
          </p:sp>
          <p:sp>
            <p:nvSpPr>
              <p:cNvPr id="13" name="Стрелка надясно 10"/>
              <p:cNvSpPr/>
              <p:nvPr/>
            </p:nvSpPr>
            <p:spPr>
              <a:xfrm>
                <a:off x="-3044446" y="6304574"/>
                <a:ext cx="358756" cy="3048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-2445518" y="6155677"/>
                <a:ext cx="7045756" cy="6025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dirty="0">
                    <a:latin typeface="Consolas" pitchFamily="49" charset="0"/>
                  </a:rPr>
                  <a:t>4 combinations - neither equals 20</a:t>
                </a:r>
                <a:endParaRPr lang="en-US" sz="2800" b="1" noProof="1">
                  <a:latin typeface="Consolas" pitchFamily="49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741029" y="2136203"/>
              <a:ext cx="7497573" cy="3050615"/>
              <a:chOff x="1830837" y="4464405"/>
              <a:chExt cx="7476716" cy="3050615"/>
            </a:xfrm>
          </p:grpSpPr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1830837" y="5823868"/>
                <a:ext cx="579156" cy="169115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bg-BG" sz="2800" b="1" dirty="0">
                    <a:latin typeface="Consolas" pitchFamily="49" charset="0"/>
                  </a:rPr>
                  <a:t>23</a:t>
                </a:r>
              </a:p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bg-BG" sz="2800" b="1" noProof="1">
                    <a:latin typeface="Consolas" pitchFamily="49" charset="0"/>
                  </a:rPr>
                  <a:t>24</a:t>
                </a:r>
              </a:p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bg-BG" sz="2800" b="1" noProof="1">
                    <a:latin typeface="Consolas" pitchFamily="49" charset="0"/>
                  </a:rPr>
                  <a:t>20</a:t>
                </a:r>
                <a:endParaRPr lang="en-US" sz="2800" b="1" noProof="1">
                  <a:latin typeface="Consolas" pitchFamily="49" charset="0"/>
                </a:endParaRPr>
              </a:p>
            </p:txBody>
          </p:sp>
          <p:sp>
            <p:nvSpPr>
              <p:cNvPr id="18" name="Стрелка надясно 10"/>
              <p:cNvSpPr/>
              <p:nvPr/>
            </p:nvSpPr>
            <p:spPr>
              <a:xfrm>
                <a:off x="2814694" y="4613302"/>
                <a:ext cx="375651" cy="3048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19" name="Rectangle 5"/>
              <p:cNvSpPr>
                <a:spLocks noChangeArrowheads="1"/>
              </p:cNvSpPr>
              <p:nvPr/>
            </p:nvSpPr>
            <p:spPr bwMode="auto">
              <a:xfrm>
                <a:off x="3411959" y="4464405"/>
                <a:ext cx="5895594" cy="6025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2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US" sz="2800" b="1" dirty="0">
                    <a:latin typeface="Consolas" pitchFamily="49" charset="0"/>
                  </a:rPr>
                  <a:t>Combination N:4 (1 + 4 = 5)</a:t>
                </a:r>
                <a:endParaRPr lang="en-US" sz="2800" b="1" noProof="1">
                  <a:latin typeface="Consolas" pitchFamily="49" charset="0"/>
                </a:endParaRPr>
              </a:p>
            </p:txBody>
          </p:sp>
        </p:grpSp>
      </p:grpSp>
      <p:sp>
        <p:nvSpPr>
          <p:cNvPr id="15" name="Slide Number">
            <a:extLst>
              <a:ext uri="{FF2B5EF4-FFF2-40B4-BE49-F238E27FC236}">
                <a16:creationId xmlns:a16="http://schemas.microsoft.com/office/drawing/2014/main" id="{FC4DA92B-BACE-49EE-A084-5E865E0B5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666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Сума от две числа – решение</a:t>
            </a:r>
            <a:endParaRPr lang="bg-BG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389537" y="1197309"/>
            <a:ext cx="8878528" cy="501675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starting_number = int(input())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final_number = int(input())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magic_number = int(input())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combinations = 0</a:t>
            </a:r>
          </a:p>
          <a:p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is_found</a:t>
            </a:r>
            <a:r>
              <a:rPr lang="en-US" sz="2000" b="1" dirty="0">
                <a:latin typeface="Consolas" pitchFamily="49" charset="0"/>
                <a:cs typeface="Consolas" pitchFamily="49" charset="0"/>
              </a:rPr>
              <a:t> = False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for i in range(starting_number, final_number + 1):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for j in range(starting_number, final_number + 1):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    combinations += 1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    if i + j == magic_number: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        print(f"Combination N:{combinations} ({i} + {j} = {magic_number})")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is_found</a:t>
            </a:r>
            <a:r>
              <a:rPr lang="en-US" sz="2000" b="1" dirty="0">
                <a:latin typeface="Consolas" pitchFamily="49" charset="0"/>
                <a:cs typeface="Consolas" pitchFamily="49" charset="0"/>
              </a:rPr>
              <a:t> = True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        break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if </a:t>
            </a:r>
            <a:r>
              <a:rPr lang="en-US" sz="20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is_found</a:t>
            </a:r>
            <a:r>
              <a:rPr lang="en-US" sz="2000" b="1" dirty="0">
                <a:latin typeface="Consolas" pitchFamily="49" charset="0"/>
                <a:cs typeface="Consolas" pitchFamily="49" charset="0"/>
              </a:rPr>
              <a:t>: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       break</a:t>
            </a:r>
          </a:p>
          <a:p>
            <a:r>
              <a:rPr lang="en-US" sz="20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 finish logic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19267-E3CB-4A8E-9FC9-4B9A91BCE59A}"/>
              </a:ext>
            </a:extLst>
          </p:cNvPr>
          <p:cNvSpPr/>
          <p:nvPr/>
        </p:nvSpPr>
        <p:spPr>
          <a:xfrm>
            <a:off x="3124200" y="4572000"/>
            <a:ext cx="2209800" cy="60960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 sz="280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AF530B2F-37CC-42C5-B8AF-FBB62B35F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8801" y="4495800"/>
            <a:ext cx="3200400" cy="1047750"/>
          </a:xfrm>
          <a:prstGeom prst="wedgeRoundRectCallout">
            <a:avLst>
              <a:gd name="adj1" fmla="val -61178"/>
              <a:gd name="adj2" fmla="val -24095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b="1" dirty="0">
                <a:solidFill>
                  <a:schemeClr val="bg2"/>
                </a:solidFill>
              </a:rPr>
              <a:t>Ако намерим комбинация, прекъсваме вътрешният цикъл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4FF44975-273E-4F48-A4F6-F6A531904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65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04800" y="1305858"/>
            <a:ext cx="11815018" cy="4595075"/>
          </a:xfrm>
        </p:spPr>
        <p:txBody>
          <a:bodyPr>
            <a:normAutofit fontScale="92500"/>
          </a:bodyPr>
          <a:lstStyle/>
          <a:p>
            <a:pPr marL="457200" indent="-457200"/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Напишете програма, която извежда номерата на стаите в една сграда </a:t>
            </a:r>
            <a:b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(в низходящ ред)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 всеки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четен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етаж има само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офиси</a:t>
            </a:r>
          </a:p>
          <a:p>
            <a:pPr marL="914400" lvl="1" indent="-457200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На всеки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нечетен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етаж има само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апартаменти</a:t>
            </a:r>
          </a:p>
          <a:p>
            <a:pPr indent="-457200"/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Етажите се означават по следния начин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bg-BG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457200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Апартаменти</a:t>
            </a:r>
            <a:r>
              <a:rPr lang="bg-BG" sz="26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bg-BG" sz="2600" b="1" dirty="0">
                <a:latin typeface="Calibri" panose="020F0502020204030204" pitchFamily="34" charset="0"/>
                <a:cs typeface="Calibri" panose="020F0502020204030204" pitchFamily="34" charset="0"/>
              </a:rPr>
              <a:t>А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bg-BG" sz="2600" b="1" dirty="0">
                <a:latin typeface="Calibri" panose="020F0502020204030204" pitchFamily="34" charset="0"/>
                <a:cs typeface="Calibri" panose="020F0502020204030204" pitchFamily="34" charset="0"/>
              </a:rPr>
              <a:t>номер на етажа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}{</a:t>
            </a:r>
            <a:r>
              <a:rPr lang="bg-BG" sz="2600" b="1" dirty="0">
                <a:latin typeface="Calibri" panose="020F0502020204030204" pitchFamily="34" charset="0"/>
                <a:cs typeface="Calibri" panose="020F0502020204030204" pitchFamily="34" charset="0"/>
              </a:rPr>
              <a:t>номер на апартамента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}"</a:t>
            </a:r>
            <a:endParaRPr lang="bg-BG" sz="2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457200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Офиси: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bg-BG" sz="2600" b="1" dirty="0">
                <a:latin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bg-BG" sz="2600" b="1" dirty="0">
                <a:latin typeface="Calibri" panose="020F0502020204030204" pitchFamily="34" charset="0"/>
                <a:cs typeface="Calibri" panose="020F0502020204030204" pitchFamily="34" charset="0"/>
              </a:rPr>
              <a:t>номер на етажа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}{</a:t>
            </a:r>
            <a:r>
              <a:rPr lang="bg-BG" sz="2600" b="1" dirty="0">
                <a:latin typeface="Calibri" panose="020F0502020204030204" pitchFamily="34" charset="0"/>
                <a:cs typeface="Calibri" panose="020F0502020204030204" pitchFamily="34" charset="0"/>
              </a:rPr>
              <a:t>номер на офиса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}"</a:t>
            </a:r>
            <a:endParaRPr lang="bg-BG" sz="2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indent="-457200"/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Номерата им винаги започват с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Сграда – условие</a:t>
            </a:r>
            <a:r>
              <a:rPr lang="en-US" dirty="0"/>
              <a:t> </a:t>
            </a:r>
            <a:endParaRPr lang="bg-BG" dirty="0"/>
          </a:p>
        </p:txBody>
      </p:sp>
      <p:pic>
        <p:nvPicPr>
          <p:cNvPr id="1028" name="Picture 4" descr="Ð ÐµÐ·ÑÐ»ÑÐ°Ñ Ñ Ð¸Ð·Ð¾Ð±ÑÐ°Ð¶ÐµÐ½Ð¸Ðµ Ð·Ð° building no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2589329"/>
            <a:ext cx="2317200" cy="350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07D4B9F7-3D48-44F7-9D92-9295F0631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827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indent="-457200"/>
            <a:r>
              <a:rPr lang="bg-BG" sz="2800" dirty="0"/>
              <a:t>На последният етаж винаги има големи апартаменти</a:t>
            </a:r>
            <a:r>
              <a:rPr lang="en-US" sz="2800" dirty="0"/>
              <a:t>,</a:t>
            </a:r>
            <a:r>
              <a:rPr lang="bg-BG" sz="2800" dirty="0"/>
              <a:t> които се означават с </a:t>
            </a:r>
            <a:r>
              <a:rPr lang="en-US" sz="2800" dirty="0"/>
              <a:t>'</a:t>
            </a:r>
            <a:r>
              <a:rPr lang="en-US" sz="2800" b="1" dirty="0">
                <a:latin typeface="Consolas" panose="020B0609020204030204" pitchFamily="49" charset="0"/>
              </a:rPr>
              <a:t>L</a:t>
            </a:r>
            <a:r>
              <a:rPr lang="en-US" sz="2800" dirty="0"/>
              <a:t>', </a:t>
            </a:r>
            <a:r>
              <a:rPr lang="bg-BG" sz="2800" dirty="0"/>
              <a:t>вместо с '</a:t>
            </a:r>
            <a:r>
              <a:rPr lang="bg-BG" sz="2800" b="1" dirty="0">
                <a:latin typeface="Consolas" panose="020B0609020204030204" pitchFamily="49" charset="0"/>
              </a:rPr>
              <a:t>А</a:t>
            </a:r>
            <a:r>
              <a:rPr lang="bg-BG" sz="2800" dirty="0"/>
              <a:t>'</a:t>
            </a:r>
          </a:p>
          <a:p>
            <a:pPr indent="-457200"/>
            <a:r>
              <a:rPr lang="bg-BG" sz="2800" dirty="0"/>
              <a:t>Ако има само един етаж, то има само големи апартаменти</a:t>
            </a:r>
            <a:endParaRPr lang="en-US" sz="2800" dirty="0"/>
          </a:p>
          <a:p>
            <a:pPr indent="-457200"/>
            <a:r>
              <a:rPr lang="bg-BG" sz="2800" dirty="0"/>
              <a:t>Примерен вход и изход:</a:t>
            </a:r>
          </a:p>
          <a:p>
            <a:pPr marL="457200" indent="-457200"/>
            <a:endParaRPr lang="bg-BG" sz="2800" dirty="0"/>
          </a:p>
          <a:p>
            <a:pPr marL="0" indent="0">
              <a:buNone/>
            </a:pPr>
            <a:endParaRPr lang="bg-BG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Сграда – условие</a:t>
            </a:r>
            <a:r>
              <a:rPr lang="en-US" dirty="0"/>
              <a:t> </a:t>
            </a:r>
            <a:endParaRPr lang="bg-BG" dirty="0"/>
          </a:p>
        </p:txBody>
      </p:sp>
      <p:grpSp>
        <p:nvGrpSpPr>
          <p:cNvPr id="11" name="Group 10"/>
          <p:cNvGrpSpPr/>
          <p:nvPr/>
        </p:nvGrpSpPr>
        <p:grpSpPr>
          <a:xfrm>
            <a:off x="884488" y="4021103"/>
            <a:ext cx="10680501" cy="1833515"/>
            <a:chOff x="-3855524" y="4220561"/>
            <a:chExt cx="10680501" cy="1833515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-3855524" y="4587194"/>
              <a:ext cx="679664" cy="108952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6</a:t>
              </a:r>
              <a:endParaRPr lang="bg-BG" sz="2800" b="1" noProof="1">
                <a:latin typeface="Consolas" pitchFamily="49" charset="0"/>
                <a:cs typeface="Consolas" pitchFamily="49" charset="0"/>
              </a:endParaRP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800" b="1" noProof="1">
                  <a:latin typeface="Consolas" pitchFamily="49" charset="0"/>
                  <a:cs typeface="Consolas" pitchFamily="49" charset="0"/>
                </a:rPr>
                <a:t>4</a:t>
              </a:r>
              <a:endParaRPr lang="en-US" sz="2800" b="1" noProof="1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Стрелка надясно 10"/>
            <p:cNvSpPr/>
            <p:nvPr/>
          </p:nvSpPr>
          <p:spPr>
            <a:xfrm>
              <a:off x="2908415" y="4984920"/>
              <a:ext cx="358756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3472178" y="4220561"/>
              <a:ext cx="3352799" cy="183351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L40 L41 L42 L43</a:t>
              </a:r>
              <a:endParaRPr lang="bg-BG" sz="2400" b="1" dirty="0">
                <a:latin typeface="Consolas" pitchFamily="49" charset="0"/>
                <a:cs typeface="Consolas" pitchFamily="49" charset="0"/>
              </a:endParaRP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A30 A31 A32 A33</a:t>
              </a:r>
              <a:endParaRPr lang="bg-BG" sz="2400" b="1" dirty="0">
                <a:latin typeface="Consolas" pitchFamily="49" charset="0"/>
                <a:cs typeface="Consolas" pitchFamily="49" charset="0"/>
              </a:endParaRP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O20 O21 O22 O23</a:t>
              </a:r>
              <a:endParaRPr lang="bg-BG" sz="2400" b="1" dirty="0">
                <a:latin typeface="Consolas" pitchFamily="49" charset="0"/>
                <a:cs typeface="Consolas" pitchFamily="49" charset="0"/>
              </a:endParaRP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dirty="0">
                  <a:latin typeface="Consolas" pitchFamily="49" charset="0"/>
                  <a:cs typeface="Consolas" pitchFamily="49" charset="0"/>
                </a:rPr>
                <a:t>A10 A11 A12 A13</a:t>
              </a:r>
              <a:endParaRPr lang="en-US" sz="2400" b="1" noProof="1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75612" y="3659444"/>
            <a:ext cx="5661355" cy="2719912"/>
            <a:chOff x="2852808" y="3876003"/>
            <a:chExt cx="5645608" cy="2719912"/>
          </a:xfrm>
        </p:grpSpPr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7835921" y="4609655"/>
              <a:ext cx="662495" cy="108952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4</a:t>
              </a:r>
              <a:endParaRPr lang="bg-BG" sz="2800" b="1" noProof="1">
                <a:latin typeface="Consolas" pitchFamily="49" charset="0"/>
                <a:cs typeface="Consolas" pitchFamily="49" charset="0"/>
              </a:endParaRP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8" name="Стрелка надясно 10"/>
            <p:cNvSpPr/>
            <p:nvPr/>
          </p:nvSpPr>
          <p:spPr>
            <a:xfrm>
              <a:off x="2852808" y="5002018"/>
              <a:ext cx="375651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3472178" y="3876003"/>
              <a:ext cx="3352799" cy="2719912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400" b="1" dirty="0">
                  <a:latin typeface="Consolas" pitchFamily="49" charset="0"/>
                  <a:cs typeface="Consolas" pitchFamily="49" charset="0"/>
                </a:rPr>
                <a:t>L60 L61 L62 L63</a:t>
              </a: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400" b="1" dirty="0">
                  <a:latin typeface="Consolas" pitchFamily="49" charset="0"/>
                  <a:cs typeface="Consolas" pitchFamily="49" charset="0"/>
                </a:rPr>
                <a:t>A50 A51 A52 A53</a:t>
              </a: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400" b="1" dirty="0">
                  <a:latin typeface="Consolas" pitchFamily="49" charset="0"/>
                  <a:cs typeface="Consolas" pitchFamily="49" charset="0"/>
                </a:rPr>
                <a:t>O40 O41 O42 O43</a:t>
              </a: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400" b="1" dirty="0">
                  <a:latin typeface="Consolas" pitchFamily="49" charset="0"/>
                  <a:cs typeface="Consolas" pitchFamily="49" charset="0"/>
                </a:rPr>
                <a:t>A30 A31 A32 A33</a:t>
              </a: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400" b="1" dirty="0">
                  <a:latin typeface="Consolas" pitchFamily="49" charset="0"/>
                  <a:cs typeface="Consolas" pitchFamily="49" charset="0"/>
                </a:rPr>
                <a:t>O20 O21 O22 O23</a:t>
              </a:r>
            </a:p>
            <a:p>
              <a:pPr algn="ctr" eaLnBrk="0" hangingPunct="0">
                <a:lnSpc>
                  <a:spcPct val="12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400" b="1" dirty="0">
                  <a:latin typeface="Consolas" pitchFamily="49" charset="0"/>
                  <a:cs typeface="Consolas" pitchFamily="49" charset="0"/>
                </a:rPr>
                <a:t>A10 A11 A12 A13</a:t>
              </a:r>
              <a:endParaRPr lang="en-US" sz="2400" b="1" noProof="1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5" name="Slide Number">
            <a:extLst>
              <a:ext uri="{FF2B5EF4-FFF2-40B4-BE49-F238E27FC236}">
                <a16:creationId xmlns:a16="http://schemas.microsoft.com/office/drawing/2014/main" id="{F1861E2E-5D13-403A-BD6E-D38B7B325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961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/>
              <a:t>Сграда – решение</a:t>
            </a:r>
            <a:endParaRPr lang="bg-BG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25082" y="1454501"/>
            <a:ext cx="7792092" cy="378565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floors =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int(input())</a:t>
            </a:r>
            <a:endParaRPr lang="en-US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rooms =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int(input())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for i in range(</a:t>
            </a:r>
            <a:r>
              <a:rPr lang="en-US" sz="24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floors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,0,-1): 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  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  for j in range(0,rooms):</a:t>
            </a:r>
          </a:p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      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if i == floors: 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  <a:p>
            <a:r>
              <a:rPr lang="bg-BG" sz="2400" b="1" noProof="1">
                <a:latin typeface="Consolas" pitchFamily="49" charset="0"/>
                <a:cs typeface="Consolas" pitchFamily="49" charset="0"/>
              </a:rPr>
              <a:t>      print("L{0}{1} ".format(i,j),end = "")</a:t>
            </a:r>
            <a:r>
              <a:rPr lang="bg-BG" sz="2400" b="1" dirty="0">
                <a:latin typeface="Consolas" pitchFamily="49" charset="0"/>
                <a:cs typeface="Consolas" pitchFamily="49" charset="0"/>
              </a:rPr>
              <a:t> </a:t>
            </a:r>
          </a:p>
          <a:p>
            <a:r>
              <a:rPr lang="bg-BG" sz="24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4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#</a:t>
            </a:r>
            <a:r>
              <a:rPr lang="bg-BG" sz="24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TODO: print according to floor number</a:t>
            </a:r>
          </a:p>
          <a:p>
            <a:r>
              <a:rPr lang="bg-BG" sz="2400" b="1" dirty="0">
                <a:latin typeface="Consolas" pitchFamily="49" charset="0"/>
                <a:cs typeface="Consolas" pitchFamily="49" charset="0"/>
              </a:rPr>
              <a:t>  print("")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  </a:t>
            </a:r>
            <a:endParaRPr lang="bg-BG" sz="24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19267-E3CB-4A8E-9FC9-4B9A91BCE59A}"/>
              </a:ext>
            </a:extLst>
          </p:cNvPr>
          <p:cNvSpPr/>
          <p:nvPr/>
        </p:nvSpPr>
        <p:spPr>
          <a:xfrm>
            <a:off x="1447800" y="2895600"/>
            <a:ext cx="7298488" cy="205740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 sz="280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917174" y="2747252"/>
            <a:ext cx="2919120" cy="1200150"/>
          </a:xfrm>
          <a:prstGeom prst="wedgeRoundRectCallout">
            <a:avLst>
              <a:gd name="adj1" fmla="val -58089"/>
              <a:gd name="adj2" fmla="val -9943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Вложеният цикъл итерира стаите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252C5E07-301E-409C-9238-2DF6449E4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160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343834" y="1251279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928324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709426" y="1668159"/>
            <a:ext cx="7951501" cy="483583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 latinLnBrk="0">
              <a:lnSpc>
                <a:spcPct val="100000"/>
              </a:lnSpc>
            </a:pPr>
            <a:r>
              <a:rPr lang="bg-BG" sz="3200" dirty="0">
                <a:solidFill>
                  <a:schemeClr val="bg2"/>
                </a:solidFill>
              </a:rPr>
              <a:t>Какво представляват вложените цикли</a:t>
            </a:r>
            <a:endParaRPr lang="en-US" sz="3200" dirty="0">
              <a:solidFill>
                <a:schemeClr val="bg2"/>
              </a:solidFill>
            </a:endParaRPr>
          </a:p>
          <a:p>
            <a:pPr lvl="0" latinLnBrk="0"/>
            <a:r>
              <a:rPr lang="bg-BG" sz="3200" dirty="0">
                <a:solidFill>
                  <a:schemeClr val="bg2"/>
                </a:solidFill>
              </a:rPr>
              <a:t>Конструкция на вложени цикли</a:t>
            </a:r>
          </a:p>
          <a:p>
            <a:pPr marL="456565" indent="-456565" latinLnBrk="0">
              <a:lnSpc>
                <a:spcPct val="100000"/>
              </a:lnSpc>
            </a:pPr>
            <a:r>
              <a:rPr lang="bg-BG" sz="3200" dirty="0">
                <a:solidFill>
                  <a:schemeClr val="bg2"/>
                </a:solidFill>
              </a:rPr>
              <a:t>Прекъсване на вложени цикли</a:t>
            </a:r>
            <a:br>
              <a:rPr lang="bg-BG" sz="3200" dirty="0">
                <a:solidFill>
                  <a:schemeClr val="bg2"/>
                </a:solidFill>
                <a:latin typeface="+mj-lt"/>
              </a:rPr>
            </a:br>
            <a:endParaRPr lang="bg-BG" sz="3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922F1F6-B6B1-4698-B5B7-9C802FF4B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098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Logo&#10;&#10;Description automatically generated">
            <a:extLst>
              <a:ext uri="{FF2B5EF4-FFF2-40B4-BE49-F238E27FC236}">
                <a16:creationId xmlns:a16="http://schemas.microsoft.com/office/drawing/2014/main" id="{9C30DD70-D438-6D27-35D3-8BB874966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4" y="2319421"/>
            <a:ext cx="3660176" cy="4247149"/>
          </a:xfrm>
          <a:prstGeom prst="rect">
            <a:avLst/>
          </a:prstGeom>
        </p:spPr>
      </p:pic>
      <p:sp>
        <p:nvSpPr>
          <p:cNvPr id="2" name="Google Shape;441;p37">
            <a:extLst>
              <a:ext uri="{FF2B5EF4-FFF2-40B4-BE49-F238E27FC236}">
                <a16:creationId xmlns:a16="http://schemas.microsoft.com/office/drawing/2014/main" id="{2AFB472C-93C2-241B-75FA-457782840F92}"/>
              </a:ext>
            </a:extLst>
          </p:cNvPr>
          <p:cNvSpPr txBox="1">
            <a:spLocks/>
          </p:cNvSpPr>
          <p:nvPr/>
        </p:nvSpPr>
        <p:spPr>
          <a:xfrm>
            <a:off x="809628" y="703244"/>
            <a:ext cx="5916372" cy="103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8"/>
              <a:buFont typeface="Calibri"/>
              <a:buNone/>
              <a:defRPr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Clr>
                <a:srgbClr val="234465"/>
              </a:buClr>
              <a:buSzPts val="8800"/>
            </a:pPr>
            <a:r>
              <a:rPr lang="bg-BG" sz="8800" dirty="0">
                <a:solidFill>
                  <a:srgbClr val="234465"/>
                </a:solidFill>
              </a:rPr>
              <a:t>Въпроси</a:t>
            </a:r>
            <a:r>
              <a:rPr lang="en-US" sz="8800" dirty="0">
                <a:solidFill>
                  <a:srgbClr val="234465"/>
                </a:solidFill>
              </a:rPr>
              <a:t>?</a:t>
            </a:r>
            <a:endParaRPr lang="en-US" sz="8800" dirty="0"/>
          </a:p>
        </p:txBody>
      </p:sp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54B365E9-8FD0-6D5B-2DFC-723EE5DD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341" y="202022"/>
            <a:ext cx="2028825" cy="790575"/>
          </a:xfrm>
          <a:prstGeom prst="rect">
            <a:avLst/>
          </a:prstGeom>
        </p:spPr>
      </p:pic>
      <p:pic>
        <p:nvPicPr>
          <p:cNvPr id="16" name="Картина 15">
            <a:extLst>
              <a:ext uri="{FF2B5EF4-FFF2-40B4-BE49-F238E27FC236}">
                <a16:creationId xmlns:a16="http://schemas.microsoft.com/office/drawing/2014/main" id="{3BD6ABFC-02BF-2D42-B42B-6929222F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8471"/>
            <a:ext cx="12192000" cy="4857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4E069AB6-7909-7A5B-D74D-B8133B68A78C}"/>
              </a:ext>
            </a:extLst>
          </p:cNvPr>
          <p:cNvGrpSpPr/>
          <p:nvPr/>
        </p:nvGrpSpPr>
        <p:grpSpPr>
          <a:xfrm>
            <a:off x="3717571" y="1495187"/>
            <a:ext cx="8046521" cy="3513961"/>
            <a:chOff x="3642671" y="1549902"/>
            <a:chExt cx="8046521" cy="3513961"/>
          </a:xfrm>
        </p:grpSpPr>
        <p:pic>
          <p:nvPicPr>
            <p:cNvPr id="21" name="Picture 6" descr="A picture containing text, sign, vector graphics&#10;&#10;Description automatically generated">
              <a:extLst>
                <a:ext uri="{FF2B5EF4-FFF2-40B4-BE49-F238E27FC236}">
                  <a16:creationId xmlns:a16="http://schemas.microsoft.com/office/drawing/2014/main" id="{50CD08CB-19AA-0E90-64B3-0EEDAC38F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33020" y="1549902"/>
              <a:ext cx="1343039" cy="1343039"/>
            </a:xfrm>
            <a:prstGeom prst="rect">
              <a:avLst/>
            </a:prstGeom>
          </p:spPr>
        </p:pic>
        <p:pic>
          <p:nvPicPr>
            <p:cNvPr id="23" name="Picture 8" descr="Logo&#10;&#10;Description automatically generated">
              <a:extLst>
                <a:ext uri="{FF2B5EF4-FFF2-40B4-BE49-F238E27FC236}">
                  <a16:creationId xmlns:a16="http://schemas.microsoft.com/office/drawing/2014/main" id="{6F12A2FD-3962-C902-589A-6330464F5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29483" y="3871255"/>
              <a:ext cx="1147961" cy="1147961"/>
            </a:xfrm>
            <a:prstGeom prst="rect">
              <a:avLst/>
            </a:prstGeom>
          </p:spPr>
        </p:pic>
        <p:pic>
          <p:nvPicPr>
            <p:cNvPr id="24" name="Picture 10" descr="Logo&#10;&#10;Description automatically generated">
              <a:extLst>
                <a:ext uri="{FF2B5EF4-FFF2-40B4-BE49-F238E27FC236}">
                  <a16:creationId xmlns:a16="http://schemas.microsoft.com/office/drawing/2014/main" id="{85B2B25E-2BC6-8B72-5962-4A8B1115B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62204" y="3871255"/>
              <a:ext cx="1147961" cy="1147961"/>
            </a:xfrm>
            <a:prstGeom prst="rect">
              <a:avLst/>
            </a:prstGeom>
          </p:spPr>
        </p:pic>
        <p:pic>
          <p:nvPicPr>
            <p:cNvPr id="25" name="Picture 12" descr="Logo&#10;&#10;Description automatically generated">
              <a:extLst>
                <a:ext uri="{FF2B5EF4-FFF2-40B4-BE49-F238E27FC236}">
                  <a16:creationId xmlns:a16="http://schemas.microsoft.com/office/drawing/2014/main" id="{D747601F-E4A7-AD07-CE27-E2F6F0BB0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7855" y="3915902"/>
              <a:ext cx="1147961" cy="1147961"/>
            </a:xfrm>
            <a:prstGeom prst="rect">
              <a:avLst/>
            </a:prstGeom>
          </p:spPr>
        </p:pic>
        <p:pic>
          <p:nvPicPr>
            <p:cNvPr id="26" name="Graphic 17">
              <a:extLst>
                <a:ext uri="{FF2B5EF4-FFF2-40B4-BE49-F238E27FC236}">
                  <a16:creationId xmlns:a16="http://schemas.microsoft.com/office/drawing/2014/main" id="{000577AC-06F4-4842-CDE7-855C016F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68005" y="3902269"/>
              <a:ext cx="888756" cy="1043936"/>
            </a:xfrm>
            <a:prstGeom prst="rect">
              <a:avLst/>
            </a:prstGeom>
          </p:spPr>
        </p:pic>
        <p:pic>
          <p:nvPicPr>
            <p:cNvPr id="27" name="Graphic 19">
              <a:extLst>
                <a:ext uri="{FF2B5EF4-FFF2-40B4-BE49-F238E27FC236}">
                  <a16:creationId xmlns:a16="http://schemas.microsoft.com/office/drawing/2014/main" id="{3EC5CB60-23D3-B07B-5818-9C6C27DF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642671" y="3928121"/>
              <a:ext cx="837913" cy="1040168"/>
            </a:xfrm>
            <a:prstGeom prst="rect">
              <a:avLst/>
            </a:prstGeom>
          </p:spPr>
        </p:pic>
        <p:pic>
          <p:nvPicPr>
            <p:cNvPr id="28" name="Picture 21" descr="Logo&#10;&#10;Description automatically generated">
              <a:extLst>
                <a:ext uri="{FF2B5EF4-FFF2-40B4-BE49-F238E27FC236}">
                  <a16:creationId xmlns:a16="http://schemas.microsoft.com/office/drawing/2014/main" id="{9FCFA75A-1C2C-F7AA-1AE4-9C254EC1E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431780" y="3876626"/>
              <a:ext cx="1257412" cy="1172206"/>
            </a:xfrm>
            <a:prstGeom prst="rect">
              <a:avLst/>
            </a:prstGeom>
          </p:spPr>
        </p:pic>
        <p:cxnSp>
          <p:nvCxnSpPr>
            <p:cNvPr id="29" name="Straight Connector 30">
              <a:extLst>
                <a:ext uri="{FF2B5EF4-FFF2-40B4-BE49-F238E27FC236}">
                  <a16:creationId xmlns:a16="http://schemas.microsoft.com/office/drawing/2014/main" id="{107AC2FA-C3A7-90DC-59CA-ACF46FCE3DB5}"/>
                </a:ext>
              </a:extLst>
            </p:cNvPr>
            <p:cNvCxnSpPr>
              <a:cxnSpLocks/>
            </p:cNvCxnSpPr>
            <p:nvPr/>
          </p:nvCxnSpPr>
          <p:spPr>
            <a:xfrm>
              <a:off x="4006848" y="3303052"/>
              <a:ext cx="7097486" cy="0"/>
            </a:xfrm>
            <a:prstGeom prst="line">
              <a:avLst/>
            </a:prstGeom>
            <a:ln w="41275">
              <a:solidFill>
                <a:srgbClr val="FFA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0">
            <a:extLst>
              <a:ext uri="{FF2B5EF4-FFF2-40B4-BE49-F238E27FC236}">
                <a16:creationId xmlns:a16="http://schemas.microsoft.com/office/drawing/2014/main" id="{A827EA82-3CDE-A3F8-B76F-5EEB6FCEFA9A}"/>
              </a:ext>
            </a:extLst>
          </p:cNvPr>
          <p:cNvCxnSpPr>
            <a:cxnSpLocks/>
          </p:cNvCxnSpPr>
          <p:nvPr/>
        </p:nvCxnSpPr>
        <p:spPr>
          <a:xfrm>
            <a:off x="4096988" y="3232814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0">
            <a:extLst>
              <a:ext uri="{FF2B5EF4-FFF2-40B4-BE49-F238E27FC236}">
                <a16:creationId xmlns:a16="http://schemas.microsoft.com/office/drawing/2014/main" id="{81807EF5-93A9-3923-8024-5304B663D25A}"/>
              </a:ext>
            </a:extLst>
          </p:cNvPr>
          <p:cNvCxnSpPr>
            <a:cxnSpLocks/>
          </p:cNvCxnSpPr>
          <p:nvPr/>
        </p:nvCxnSpPr>
        <p:spPr>
          <a:xfrm>
            <a:off x="5279612" y="3232814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Картина 7" descr="Картина, която съдържа Графика, Шрифт, лого, символ&#10;&#10;Описанието е генерирано автоматично">
            <a:extLst>
              <a:ext uri="{FF2B5EF4-FFF2-40B4-BE49-F238E27FC236}">
                <a16:creationId xmlns:a16="http://schemas.microsoft.com/office/drawing/2014/main" id="{68538EA6-C2FF-EC1B-7F1E-6D21DA17E2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2560" y="3811728"/>
            <a:ext cx="1372591" cy="1138627"/>
          </a:xfrm>
          <a:prstGeom prst="rect">
            <a:avLst/>
          </a:prstGeom>
        </p:spPr>
      </p:pic>
      <p:cxnSp>
        <p:nvCxnSpPr>
          <p:cNvPr id="10" name="Straight Connector 30">
            <a:extLst>
              <a:ext uri="{FF2B5EF4-FFF2-40B4-BE49-F238E27FC236}">
                <a16:creationId xmlns:a16="http://schemas.microsoft.com/office/drawing/2014/main" id="{FAABE70C-1C0E-A359-6A6D-BFFE4C833D64}"/>
              </a:ext>
            </a:extLst>
          </p:cNvPr>
          <p:cNvCxnSpPr>
            <a:cxnSpLocks/>
          </p:cNvCxnSpPr>
          <p:nvPr/>
        </p:nvCxnSpPr>
        <p:spPr>
          <a:xfrm>
            <a:off x="6411084" y="3251871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0">
            <a:extLst>
              <a:ext uri="{FF2B5EF4-FFF2-40B4-BE49-F238E27FC236}">
                <a16:creationId xmlns:a16="http://schemas.microsoft.com/office/drawing/2014/main" id="{D50BCBBD-C29D-5F7B-8E4B-938D2289D456}"/>
              </a:ext>
            </a:extLst>
          </p:cNvPr>
          <p:cNvCxnSpPr>
            <a:cxnSpLocks/>
          </p:cNvCxnSpPr>
          <p:nvPr/>
        </p:nvCxnSpPr>
        <p:spPr>
          <a:xfrm>
            <a:off x="7579439" y="3259505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0">
            <a:extLst>
              <a:ext uri="{FF2B5EF4-FFF2-40B4-BE49-F238E27FC236}">
                <a16:creationId xmlns:a16="http://schemas.microsoft.com/office/drawing/2014/main" id="{0A2813C9-4EA9-8576-8988-1938B40768DE}"/>
              </a:ext>
            </a:extLst>
          </p:cNvPr>
          <p:cNvCxnSpPr>
            <a:cxnSpLocks/>
          </p:cNvCxnSpPr>
          <p:nvPr/>
        </p:nvCxnSpPr>
        <p:spPr>
          <a:xfrm>
            <a:off x="8746735" y="3259505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3A41C3D8-7393-1BE9-CF55-2496730F14F9}"/>
              </a:ext>
            </a:extLst>
          </p:cNvPr>
          <p:cNvCxnSpPr>
            <a:cxnSpLocks/>
          </p:cNvCxnSpPr>
          <p:nvPr/>
        </p:nvCxnSpPr>
        <p:spPr>
          <a:xfrm>
            <a:off x="9933523" y="3259505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0">
            <a:extLst>
              <a:ext uri="{FF2B5EF4-FFF2-40B4-BE49-F238E27FC236}">
                <a16:creationId xmlns:a16="http://schemas.microsoft.com/office/drawing/2014/main" id="{252F008B-D5D7-19BF-AB53-C72016C66CDF}"/>
              </a:ext>
            </a:extLst>
          </p:cNvPr>
          <p:cNvCxnSpPr>
            <a:cxnSpLocks/>
          </p:cNvCxnSpPr>
          <p:nvPr/>
        </p:nvCxnSpPr>
        <p:spPr>
          <a:xfrm>
            <a:off x="11171614" y="3244251"/>
            <a:ext cx="0" cy="294118"/>
          </a:xfrm>
          <a:prstGeom prst="line">
            <a:avLst/>
          </a:prstGeom>
          <a:ln w="41275">
            <a:solidFill>
              <a:srgbClr val="FFA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60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446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1BE4A-3EC4-90BB-18FB-23FE9A1D6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5">
            <a:extLst>
              <a:ext uri="{FF2B5EF4-FFF2-40B4-BE49-F238E27FC236}">
                <a16:creationId xmlns:a16="http://schemas.microsoft.com/office/drawing/2014/main" id="{27109C0D-9D16-C2D9-8E0D-854D51877AAC}"/>
              </a:ext>
            </a:extLst>
          </p:cNvPr>
          <p:cNvSpPr txBox="1">
            <a:spLocks/>
          </p:cNvSpPr>
          <p:nvPr/>
        </p:nvSpPr>
        <p:spPr>
          <a:xfrm>
            <a:off x="579600" y="1776139"/>
            <a:ext cx="5767495" cy="1008112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Autofit/>
          </a:bodyPr>
          <a:lstStyle>
            <a:lvl1pPr algn="ctr" defTabSz="1218438" rtl="0" eaLnBrk="1" hangingPunct="1">
              <a:lnSpc>
                <a:spcPct val="105000"/>
              </a:lnSpc>
              <a:spcBef>
                <a:spcPct val="0"/>
              </a:spcBef>
              <a:buNone/>
              <a:defRPr lang="en-US" sz="5396" b="1" i="0" kern="1200" baseline="0">
                <a:solidFill>
                  <a:srgbClr val="75FFE5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algn="l"/>
            <a:r>
              <a:rPr lang="bg-BG" sz="6600" dirty="0">
                <a:solidFill>
                  <a:srgbClr val="FFFFFF"/>
                </a:solidFill>
                <a:latin typeface="Helvetica Neue" panose="02000503000000020004" pitchFamily="2" charset="0"/>
                <a:ea typeface="Calibri"/>
              </a:rPr>
              <a:t>Оцени ни в</a:t>
            </a:r>
            <a:endParaRPr lang="en-US" sz="6600" dirty="0">
              <a:latin typeface="Montserrat Bold"/>
              <a:ea typeface="Calibri"/>
            </a:endParaRPr>
          </a:p>
        </p:txBody>
      </p:sp>
      <p:pic>
        <p:nvPicPr>
          <p:cNvPr id="1028" name="Picture 4" descr="Google logo - Wikipedia">
            <a:extLst>
              <a:ext uri="{FF2B5EF4-FFF2-40B4-BE49-F238E27FC236}">
                <a16:creationId xmlns:a16="http://schemas.microsoft.com/office/drawing/2014/main" id="{D12EDB28-7AB6-BB18-BC86-C2863B636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1" y="3000275"/>
            <a:ext cx="5745839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B4B77D8E-EAD9-2667-7B85-5358C8F11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310" y="1364248"/>
            <a:ext cx="3290540" cy="3272054"/>
          </a:xfrm>
          <a:prstGeom prst="rect">
            <a:avLst/>
          </a:prstGeom>
        </p:spPr>
      </p:pic>
      <p:pic>
        <p:nvPicPr>
          <p:cNvPr id="15" name="Picture 14" descr="A yellow rectangle with white text&#10;&#10;AI-generated content may be incorrect.">
            <a:hlinkClick r:id="rId5"/>
            <a:extLst>
              <a:ext uri="{FF2B5EF4-FFF2-40B4-BE49-F238E27FC236}">
                <a16:creationId xmlns:a16="http://schemas.microsoft.com/office/drawing/2014/main" id="{5EFA837D-A0D5-5EDB-79A1-B22EBA19C2C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329" y="4729817"/>
            <a:ext cx="2534502" cy="8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Този курс</a:t>
            </a:r>
            <a:r>
              <a:rPr lang="en-US" dirty="0"/>
              <a:t> (</a:t>
            </a:r>
            <a:r>
              <a:rPr lang="bg-BG" dirty="0"/>
              <a:t>презентации, примери, демонстрационен код, упражнения, домашни, видео и други активи</a:t>
            </a:r>
            <a:r>
              <a:rPr lang="en-US" dirty="0"/>
              <a:t>) </a:t>
            </a:r>
            <a:r>
              <a:rPr lang="bg-BG" dirty="0"/>
              <a:t>представлява</a:t>
            </a:r>
            <a:r>
              <a:rPr lang="en-US" dirty="0"/>
              <a:t> </a:t>
            </a:r>
            <a:r>
              <a:rPr lang="bg-BG" b="1" dirty="0"/>
              <a:t>защитено авторско съдържание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bg-BG" dirty="0"/>
              <a:t>Нерегламентирано копиране</a:t>
            </a:r>
            <a:r>
              <a:rPr lang="en-US" dirty="0"/>
              <a:t>,</a:t>
            </a:r>
            <a:r>
              <a:rPr lang="bg-BG" dirty="0"/>
              <a:t> разпространение или използване е незаконно</a:t>
            </a:r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СофтУни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Софтуерен университет</a:t>
            </a:r>
            <a:r>
              <a:rPr lang="en-US" dirty="0"/>
              <a:t>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  <a:p>
            <a:pPr>
              <a:lnSpc>
                <a:spcPct val="120000"/>
              </a:lnSpc>
            </a:pP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615709E-7548-486E-8C17-BD2C10057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51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986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 </a:t>
            </a:r>
            <a:r>
              <a:rPr lang="en-US" sz="3200" dirty="0"/>
              <a:t>– </a:t>
            </a:r>
            <a:r>
              <a:rPr lang="bg-BG" sz="3200" dirty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/>
            <a:r>
              <a:rPr lang="en-US" sz="3000" noProof="1">
                <a:hlinkClick r:id="rId3"/>
              </a:rPr>
              <a:t>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Фондация "Софтуерен университет"</a:t>
            </a:r>
          </a:p>
          <a:p>
            <a:pPr lvl="1"/>
            <a:r>
              <a:rPr lang="en-US" sz="3000" noProof="1">
                <a:hlinkClick r:id="rId4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</a:t>
            </a:r>
            <a:r>
              <a:rPr lang="en-US" sz="3200" dirty="0"/>
              <a:t> @ Facebook</a:t>
            </a:r>
          </a:p>
          <a:p>
            <a:pPr lvl="1"/>
            <a:r>
              <a:rPr lang="en-US" sz="3000" noProof="1">
                <a:hlinkClick r:id="rId5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Обучения</a:t>
            </a:r>
            <a:r>
              <a:rPr lang="en-US" dirty="0"/>
              <a:t> </a:t>
            </a:r>
            <a:r>
              <a:rPr lang="bg-BG" dirty="0"/>
              <a:t>в</a:t>
            </a:r>
            <a:r>
              <a:rPr lang="en-US" dirty="0"/>
              <a:t> </a:t>
            </a:r>
            <a:r>
              <a:rPr lang="bg-BG" dirty="0"/>
              <a:t>Софтуерен университет (СофтУни</a:t>
            </a:r>
            <a:r>
              <a:rPr lang="en-US" dirty="0"/>
              <a:t>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C28B7D3-492E-4C22-AEB9-4154064B8E4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0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SoftUni AI">
  <a:themeElements>
    <a:clrScheme name="SoftUni AI">
      <a:dk1>
        <a:srgbClr val="234465"/>
      </a:dk1>
      <a:lt1>
        <a:srgbClr val="63C5B0"/>
      </a:lt1>
      <a:dk2>
        <a:srgbClr val="192F46"/>
      </a:dk2>
      <a:lt2>
        <a:srgbClr val="FFFFFF"/>
      </a:lt2>
      <a:accent1>
        <a:srgbClr val="784EF9"/>
      </a:accent1>
      <a:accent2>
        <a:srgbClr val="4F8DB2"/>
      </a:accent2>
      <a:accent3>
        <a:srgbClr val="44A9F8"/>
      </a:accent3>
      <a:accent4>
        <a:srgbClr val="FFD999"/>
      </a:accent4>
      <a:accent5>
        <a:srgbClr val="4B4A4F"/>
      </a:accent5>
      <a:accent6>
        <a:srgbClr val="98D8CB"/>
      </a:accent6>
      <a:hlink>
        <a:srgbClr val="98D8CB"/>
      </a:hlink>
      <a:folHlink>
        <a:srgbClr val="55BEA9"/>
      </a:folHlink>
    </a:clrScheme>
    <a:fontScheme name="SoftUni AI">
      <a:majorFont>
        <a:latin typeface="Montserrat Bold"/>
        <a:ea typeface="Calibri"/>
        <a:cs typeface=""/>
      </a:majorFont>
      <a:minorFont>
        <a:latin typeface="Roboto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vetlina_temp.potx" id="{C5341F4D-86DA-49F3-8973-065B872F5DBB}" vid="{8005D38C-3217-41DE-B2D0-6D18E438903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3954</TotalTime>
  <Words>1183</Words>
  <Application>Microsoft Office PowerPoint</Application>
  <PresentationFormat>Широк екран</PresentationFormat>
  <Paragraphs>222</Paragraphs>
  <Slides>26</Slides>
  <Notes>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Заглавия на слайдовете</vt:lpstr>
      </vt:variant>
      <vt:variant>
        <vt:i4>26</vt:i4>
      </vt:variant>
    </vt:vector>
  </HeadingPairs>
  <TitlesOfParts>
    <vt:vector size="37" baseType="lpstr">
      <vt:lpstr>Arial</vt:lpstr>
      <vt:lpstr>Calibri</vt:lpstr>
      <vt:lpstr>Consolas</vt:lpstr>
      <vt:lpstr>Helvetica Neue</vt:lpstr>
      <vt:lpstr>Montserrat Bold</vt:lpstr>
      <vt:lpstr>Montserrat Medium</vt:lpstr>
      <vt:lpstr>Roboto</vt:lpstr>
      <vt:lpstr>Wingdings</vt:lpstr>
      <vt:lpstr>Wingdings 2</vt:lpstr>
      <vt:lpstr>SoftUni</vt:lpstr>
      <vt:lpstr>SoftUni AI</vt:lpstr>
      <vt:lpstr>Работа с вложени цикли</vt:lpstr>
      <vt:lpstr>Съдържание</vt:lpstr>
      <vt:lpstr>Преговор</vt:lpstr>
      <vt:lpstr>Преговор</vt:lpstr>
      <vt:lpstr>Преговор</vt:lpstr>
      <vt:lpstr>Преговор</vt:lpstr>
      <vt:lpstr>Преговор</vt:lpstr>
      <vt:lpstr>Вложени цикли</vt:lpstr>
      <vt:lpstr>Пример – часовник</vt:lpstr>
      <vt:lpstr>Как може да си направим часовник с код?</vt:lpstr>
      <vt:lpstr>Пример – часовник</vt:lpstr>
      <vt:lpstr>Вложени цикли</vt:lpstr>
      <vt:lpstr>Таблица за умножение – условие</vt:lpstr>
      <vt:lpstr>Таблица за умножение – решение</vt:lpstr>
      <vt:lpstr>Прекъсване на вложени цикли</vt:lpstr>
      <vt:lpstr>Сума от две числа – условие </vt:lpstr>
      <vt:lpstr>Сума от две числа – условие (2) </vt:lpstr>
      <vt:lpstr>Сума от две числа – решение</vt:lpstr>
      <vt:lpstr>Сграда – условие </vt:lpstr>
      <vt:lpstr>Сграда – условие </vt:lpstr>
      <vt:lpstr>Сграда – решение</vt:lpstr>
      <vt:lpstr>Какво научихме днес?</vt:lpstr>
      <vt:lpstr>Презентация на PowerPoint</vt:lpstr>
      <vt:lpstr>Презентация на PowerPoint</vt:lpstr>
      <vt:lpstr>Лиценз</vt:lpstr>
      <vt:lpstr>Обучения в Софтуерен университет (СофтУни)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Чертане с цикли</dc:title>
  <dc:subject>Coding 101 Course</dc:subject>
  <dc:creator>Software University</dc:creator>
  <cp:keywords>Sofware University; SoftUni; programming; coding; software development; education; training; course; курс; програмиране; кодене; кодиране; СофтУни</cp:keywords>
  <dc:description>© SoftUni – https://softuni.org_x000d_
© Software University – https://softuni.bg_x000d_
_x000d_
Copyrighted document. Unauthorized copy, reproduction or use is not permitted.</dc:description>
  <cp:lastModifiedBy>Nevena Firkova</cp:lastModifiedBy>
  <cp:revision>27</cp:revision>
  <dcterms:created xsi:type="dcterms:W3CDTF">2018-05-23T13:08:44Z</dcterms:created>
  <dcterms:modified xsi:type="dcterms:W3CDTF">2026-01-29T11:56:33Z</dcterms:modified>
  <cp:category>computer programming;programming;C#;програмиране;кодиране</cp:category>
</cp:coreProperties>
</file>